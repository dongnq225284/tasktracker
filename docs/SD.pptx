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54"/>
  </p:notesMasterIdLst>
  <p:handoutMasterIdLst>
    <p:handoutMasterId r:id="rId55"/>
  </p:handoutMasterIdLst>
  <p:sldIdLst>
    <p:sldId id="275" r:id="rId2"/>
    <p:sldId id="257" r:id="rId3"/>
    <p:sldId id="324" r:id="rId4"/>
    <p:sldId id="341" r:id="rId5"/>
    <p:sldId id="325" r:id="rId6"/>
    <p:sldId id="326" r:id="rId7"/>
    <p:sldId id="327" r:id="rId8"/>
    <p:sldId id="342" r:id="rId9"/>
    <p:sldId id="328" r:id="rId10"/>
    <p:sldId id="329" r:id="rId11"/>
    <p:sldId id="330" r:id="rId12"/>
    <p:sldId id="331" r:id="rId13"/>
    <p:sldId id="333" r:id="rId14"/>
    <p:sldId id="332" r:id="rId15"/>
    <p:sldId id="358" r:id="rId16"/>
    <p:sldId id="360" r:id="rId17"/>
    <p:sldId id="361" r:id="rId18"/>
    <p:sldId id="362" r:id="rId19"/>
    <p:sldId id="363" r:id="rId20"/>
    <p:sldId id="364" r:id="rId21"/>
    <p:sldId id="365" r:id="rId22"/>
    <p:sldId id="366" r:id="rId23"/>
    <p:sldId id="371" r:id="rId24"/>
    <p:sldId id="370" r:id="rId25"/>
    <p:sldId id="374" r:id="rId26"/>
    <p:sldId id="375" r:id="rId27"/>
    <p:sldId id="373" r:id="rId28"/>
    <p:sldId id="376" r:id="rId29"/>
    <p:sldId id="377" r:id="rId30"/>
    <p:sldId id="379" r:id="rId31"/>
    <p:sldId id="380" r:id="rId32"/>
    <p:sldId id="381" r:id="rId33"/>
    <p:sldId id="382" r:id="rId34"/>
    <p:sldId id="383" r:id="rId35"/>
    <p:sldId id="343" r:id="rId36"/>
    <p:sldId id="369" r:id="rId37"/>
    <p:sldId id="334" r:id="rId38"/>
    <p:sldId id="335" r:id="rId39"/>
    <p:sldId id="336" r:id="rId40"/>
    <p:sldId id="337" r:id="rId41"/>
    <p:sldId id="338" r:id="rId42"/>
    <p:sldId id="339" r:id="rId43"/>
    <p:sldId id="340" r:id="rId44"/>
    <p:sldId id="344" r:id="rId45"/>
    <p:sldId id="345" r:id="rId46"/>
    <p:sldId id="346" r:id="rId47"/>
    <p:sldId id="347" r:id="rId48"/>
    <p:sldId id="348" r:id="rId49"/>
    <p:sldId id="349" r:id="rId50"/>
    <p:sldId id="368" r:id="rId51"/>
    <p:sldId id="357" r:id="rId52"/>
    <p:sldId id="267"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D8A32B-4DC7-A911-1BE6-131C784D5469}" name="Nguyen Quang Dong 20225284" initials="ND" userId="S::Dong.NQ225284@sis.hust.edu.vn::64445d28-8430-486a-8d46-4ec089b21c34" providerId="AD"/>
  <p188:author id="{D6AFCC8B-033A-D230-38DF-A53AB5A4E42A}" name="Guest User" initials="GU" userId="S::urn:spo:tenantanon#06f1b89f-07e8-464f-b408-ec1b45703f31::" providerId="AD"/>
  <p188:author id="{834F5EEF-7353-DA19-6DD0-6A3CEC786395}" name="Nguyen Quang Dong 20225284" initials="N2" userId="S::dong.nq225284@sis.hust.edu.vn::64445d28-8430-486a-8d46-4ec089b21c3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DFBE"/>
    <a:srgbClr val="F9C9C9"/>
    <a:srgbClr val="D1E9B9"/>
    <a:srgbClr val="C1DDF3"/>
    <a:srgbClr val="FFFFCC"/>
    <a:srgbClr val="7CBEF9"/>
    <a:srgbClr val="9DC3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p:cViewPr>
        <p:scale>
          <a:sx n="75" d="100"/>
          <a:sy n="75" d="100"/>
        </p:scale>
        <p:origin x="2838"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2FC7A4-3D1B-482D-8C9D-7642A2CE3076}" type="slidenum">
              <a:rPr lang="en-US" smtClean="0"/>
              <a:t>29</a:t>
            </a:fld>
            <a:endParaRPr lang="en-US"/>
          </a:p>
        </p:txBody>
      </p:sp>
    </p:spTree>
    <p:extLst>
      <p:ext uri="{BB962C8B-B14F-4D97-AF65-F5344CB8AC3E}">
        <p14:creationId xmlns:p14="http://schemas.microsoft.com/office/powerpoint/2010/main" val="462696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3133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1/14/2026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5" r:id="rId4"/>
    <p:sldLayoutId id="2147483683" r:id="rId5"/>
    <p:sldLayoutId id="2147483676"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hyperlink" Target="https://www.figma.com/proto/Fm6r6nqVJlxYMziiubNKkS/UI?node-id=142-399&amp;p=f&amp;t=x0H0Cq70FkpZrBbc-1&amp;scaling=min-zoom&amp;content-scaling=fixed&amp;page-id=0%3A1"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2" Type="http://schemas.openxmlformats.org/officeDocument/2006/relationships/hyperlink" Target="https://docs.google.com/spreadsheets/d/1-4NNm4xuhTvznPPDeFZm8v0EIsqCai_jcXWLh2WIlGY/edit?usp=sharing" TargetMode="Externa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40359"/>
            <a:ext cx="6377767" cy="1581802"/>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latin typeface="Lato"/>
                <a:ea typeface="Lato"/>
                <a:cs typeface="Lato"/>
              </a:rPr>
              <a:t>Project I</a:t>
            </a:r>
            <a:endParaRPr lang="en-US" err="1"/>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14772"/>
            <a:ext cx="7342482" cy="84879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latin typeface="Lato"/>
                <a:ea typeface="Lato"/>
                <a:cs typeface="Lato"/>
              </a:rPr>
              <a:t>Task Tracker – Website quản lý công việc</a:t>
            </a:r>
          </a:p>
        </p:txBody>
      </p:sp>
      <p:sp>
        <p:nvSpPr>
          <p:cNvPr id="4" name="Title 6">
            <a:extLst>
              <a:ext uri="{FF2B5EF4-FFF2-40B4-BE49-F238E27FC236}">
                <a16:creationId xmlns:a16="http://schemas.microsoft.com/office/drawing/2014/main" id="{F895AE92-972C-819A-5C15-62D480378268}"/>
              </a:ext>
            </a:extLst>
          </p:cNvPr>
          <p:cNvSpPr txBox="1">
            <a:spLocks/>
          </p:cNvSpPr>
          <p:nvPr/>
        </p:nvSpPr>
        <p:spPr>
          <a:xfrm>
            <a:off x="413012" y="4475533"/>
            <a:ext cx="4429576" cy="84879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latin typeface="Lato"/>
                <a:ea typeface="Lato"/>
                <a:cs typeface="Lato"/>
              </a:rPr>
              <a:t>GVHD: Ths. Lê Văn Đồng</a:t>
            </a: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272F20-9C63-51A3-DB46-7EA61890E3C6}"/>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4CEAD7C2-6660-3F04-EE38-AF6054637A46}"/>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288A2035-2A49-5C9F-AA57-28E0394383CA}"/>
              </a:ext>
            </a:extLst>
          </p:cNvPr>
          <p:cNvSpPr>
            <a:spLocks noGrp="1"/>
          </p:cNvSpPr>
          <p:nvPr>
            <p:ph type="body" sz="quarter" idx="13"/>
          </p:nvPr>
        </p:nvSpPr>
        <p:spPr/>
        <p:txBody>
          <a:bodyPr/>
          <a:lstStyle/>
          <a:p>
            <a:r>
              <a:rPr lang="en-US"/>
              <a:t>Tổng quan dự án</a:t>
            </a:r>
          </a:p>
          <a:p>
            <a:r>
              <a:rPr lang="en-US"/>
              <a:t>Phân tích chức năng</a:t>
            </a:r>
          </a:p>
          <a:p>
            <a:r>
              <a:rPr lang="en-US"/>
              <a:t>Thiết kế cơ sở dữ liệu</a:t>
            </a:r>
          </a:p>
          <a:p>
            <a:r>
              <a:rPr lang="en-US"/>
              <a:t>Thiết kế API</a:t>
            </a:r>
          </a:p>
          <a:p>
            <a:r>
              <a:rPr lang="en-US"/>
              <a:t>Thiết kế giao diện (Mockup)</a:t>
            </a:r>
          </a:p>
        </p:txBody>
      </p:sp>
    </p:spTree>
    <p:extLst>
      <p:ext uri="{BB962C8B-B14F-4D97-AF65-F5344CB8AC3E}">
        <p14:creationId xmlns:p14="http://schemas.microsoft.com/office/powerpoint/2010/main" val="3493314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2330B-6BAE-BA6D-FE8E-EA64644E57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14C3F-EFFC-FF07-5297-1F093B6DFD2C}"/>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BB94FB43-04C1-2B0F-A9FC-771808F83DD0}"/>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E28A97F9-A92C-323E-EB8A-258A4F43183F}"/>
              </a:ext>
            </a:extLst>
          </p:cNvPr>
          <p:cNvSpPr>
            <a:spLocks noGrp="1"/>
          </p:cNvSpPr>
          <p:nvPr>
            <p:ph type="body" sz="quarter" idx="13"/>
          </p:nvPr>
        </p:nvSpPr>
        <p:spPr/>
        <p:txBody>
          <a:bodyPr/>
          <a:lstStyle/>
          <a:p>
            <a:r>
              <a:rPr lang="en-US"/>
              <a:t>Tổng quan dự án</a:t>
            </a:r>
          </a:p>
          <a:p>
            <a:r>
              <a:rPr lang="en-US">
                <a:solidFill>
                  <a:schemeClr val="bg1">
                    <a:lumMod val="65000"/>
                  </a:schemeClr>
                </a:solidFill>
              </a:rPr>
              <a:t>Phân tích chức năng</a:t>
            </a:r>
          </a:p>
          <a:p>
            <a:r>
              <a:rPr lang="en-US">
                <a:solidFill>
                  <a:schemeClr val="bg1">
                    <a:lumMod val="65000"/>
                  </a:schemeClr>
                </a:solidFill>
              </a:rPr>
              <a:t>Thiết kế cơ sở dữ liệu</a:t>
            </a:r>
          </a:p>
          <a:p>
            <a:r>
              <a:rPr lang="en-US">
                <a:solidFill>
                  <a:schemeClr val="bg1">
                    <a:lumMod val="65000"/>
                  </a:schemeClr>
                </a:solidFill>
              </a:rPr>
              <a:t>Thiết kế API</a:t>
            </a:r>
          </a:p>
          <a:p>
            <a:r>
              <a:rPr lang="en-US">
                <a:solidFill>
                  <a:schemeClr val="bg1">
                    <a:lumMod val="65000"/>
                  </a:schemeClr>
                </a:solidFill>
              </a:rPr>
              <a:t>Thiết kế giao diện (Mockup)</a:t>
            </a:r>
          </a:p>
        </p:txBody>
      </p:sp>
    </p:spTree>
    <p:extLst>
      <p:ext uri="{BB962C8B-B14F-4D97-AF65-F5344CB8AC3E}">
        <p14:creationId xmlns:p14="http://schemas.microsoft.com/office/powerpoint/2010/main" val="2232672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389C64-CD4C-762C-02BB-DBFD8910F331}"/>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8EECDAFA-3D56-5E3C-9FC4-DFEC34CE54B6}"/>
              </a:ext>
            </a:extLst>
          </p:cNvPr>
          <p:cNvSpPr>
            <a:spLocks noGrp="1"/>
          </p:cNvSpPr>
          <p:nvPr>
            <p:ph type="title"/>
          </p:nvPr>
        </p:nvSpPr>
        <p:spPr/>
        <p:txBody>
          <a:bodyPr/>
          <a:lstStyle/>
          <a:p>
            <a:r>
              <a:rPr lang="en-US"/>
              <a:t>Tổng quan dự án</a:t>
            </a:r>
          </a:p>
        </p:txBody>
      </p:sp>
      <p:sp>
        <p:nvSpPr>
          <p:cNvPr id="4" name="Text Placeholder 3">
            <a:extLst>
              <a:ext uri="{FF2B5EF4-FFF2-40B4-BE49-F238E27FC236}">
                <a16:creationId xmlns:a16="http://schemas.microsoft.com/office/drawing/2014/main" id="{1FF9FEF0-56BE-8B03-9ADA-ADE49F2BA8B2}"/>
              </a:ext>
            </a:extLst>
          </p:cNvPr>
          <p:cNvSpPr>
            <a:spLocks noGrp="1"/>
          </p:cNvSpPr>
          <p:nvPr>
            <p:ph type="body" sz="quarter" idx="13"/>
          </p:nvPr>
        </p:nvSpPr>
        <p:spPr/>
        <p:txBody>
          <a:bodyPr/>
          <a:lstStyle/>
          <a:p>
            <a:pPr marL="0" indent="0">
              <a:buNone/>
            </a:pPr>
            <a:r>
              <a:rPr lang="vi-VN" sz="2400" b="1"/>
              <a:t>Mục tiêu</a:t>
            </a:r>
            <a:r>
              <a:rPr lang="en-US" sz="2400" b="1"/>
              <a:t>: </a:t>
            </a:r>
            <a:r>
              <a:rPr lang="vi-VN" sz="2400"/>
              <a:t>Xây dựng ứng dụng web giúp các nhóm làm việc quản lý tiến độ dự án, phân chia công việc và theo dõi hạn chót (deadline) hiệu quả. Hệ thống tập trung vào:</a:t>
            </a:r>
          </a:p>
          <a:p>
            <a:r>
              <a:rPr lang="vi-VN" sz="2400"/>
              <a:t>Trải nghiệm người dùng tối giản</a:t>
            </a:r>
          </a:p>
          <a:p>
            <a:r>
              <a:rPr lang="vi-VN" sz="2400"/>
              <a:t>Phân quyền rõ ràng</a:t>
            </a:r>
          </a:p>
          <a:p>
            <a:r>
              <a:rPr lang="vi-VN" sz="2400"/>
              <a:t>Khả năng làm việc cộng tác</a:t>
            </a:r>
          </a:p>
        </p:txBody>
      </p:sp>
    </p:spTree>
    <p:extLst>
      <p:ext uri="{BB962C8B-B14F-4D97-AF65-F5344CB8AC3E}">
        <p14:creationId xmlns:p14="http://schemas.microsoft.com/office/powerpoint/2010/main" val="2498231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3D3A-14B2-36BE-C4C1-65A0968095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DEA84F-6D83-8A7C-2587-9704F8725B36}"/>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54083AE7-F06F-FB1E-02BD-41FEBE958169}"/>
              </a:ext>
            </a:extLst>
          </p:cNvPr>
          <p:cNvSpPr>
            <a:spLocks noGrp="1"/>
          </p:cNvSpPr>
          <p:nvPr>
            <p:ph type="title"/>
          </p:nvPr>
        </p:nvSpPr>
        <p:spPr/>
        <p:txBody>
          <a:bodyPr/>
          <a:lstStyle/>
          <a:p>
            <a:r>
              <a:rPr lang="en-US"/>
              <a:t>Tổng quan dự án</a:t>
            </a:r>
          </a:p>
        </p:txBody>
      </p:sp>
      <p:sp>
        <p:nvSpPr>
          <p:cNvPr id="4" name="Text Placeholder 3">
            <a:extLst>
              <a:ext uri="{FF2B5EF4-FFF2-40B4-BE49-F238E27FC236}">
                <a16:creationId xmlns:a16="http://schemas.microsoft.com/office/drawing/2014/main" id="{6E1C909C-B556-69DE-C359-55906E9461A3}"/>
              </a:ext>
            </a:extLst>
          </p:cNvPr>
          <p:cNvSpPr>
            <a:spLocks noGrp="1"/>
          </p:cNvSpPr>
          <p:nvPr>
            <p:ph type="body" sz="quarter" idx="13"/>
          </p:nvPr>
        </p:nvSpPr>
        <p:spPr/>
        <p:txBody>
          <a:bodyPr/>
          <a:lstStyle/>
          <a:p>
            <a:pPr marL="0" indent="0">
              <a:buNone/>
            </a:pPr>
            <a:r>
              <a:rPr lang="vi-VN" sz="2400" b="1"/>
              <a:t>Phân quyền</a:t>
            </a:r>
            <a:r>
              <a:rPr lang="en-US" sz="2400" b="1"/>
              <a:t>: </a:t>
            </a:r>
            <a:r>
              <a:rPr lang="vi-VN" sz="2400"/>
              <a:t>Hệ thống hoạt động dựa trên 3 vai trò trong một dự án:</a:t>
            </a:r>
          </a:p>
          <a:p>
            <a:r>
              <a:rPr lang="vi-VN" sz="2000" b="1"/>
              <a:t>OWNER (Chủ dự án)</a:t>
            </a:r>
            <a:endParaRPr lang="vi-VN" sz="2000"/>
          </a:p>
          <a:p>
            <a:pPr lvl="1"/>
            <a:r>
              <a:rPr lang="vi-VN" sz="2000"/>
              <a:t>Người tạo dự án</a:t>
            </a:r>
          </a:p>
          <a:p>
            <a:pPr lvl="1"/>
            <a:r>
              <a:rPr lang="vi-VN" sz="2000"/>
              <a:t>Có toàn quyền: Quản lý thành viên, Xóa dự án, Cài đặt chung</a:t>
            </a:r>
          </a:p>
          <a:p>
            <a:r>
              <a:rPr lang="vi-VN" sz="2000" b="1"/>
              <a:t>LEADER (Trưởng nhóm)</a:t>
            </a:r>
            <a:endParaRPr lang="vi-VN" sz="2000"/>
          </a:p>
          <a:p>
            <a:pPr lvl="1"/>
            <a:r>
              <a:rPr lang="vi-VN" sz="2000"/>
              <a:t>Được Owner chỉ định</a:t>
            </a:r>
          </a:p>
          <a:p>
            <a:pPr lvl="1"/>
            <a:r>
              <a:rPr lang="vi-VN" sz="2000"/>
              <a:t>Có quyền quản lý Task (Xem/Tạo/Sửa/Xóa)</a:t>
            </a:r>
          </a:p>
          <a:p>
            <a:pPr lvl="1"/>
            <a:r>
              <a:rPr lang="vi-VN" sz="2000"/>
              <a:t>Không được can thiệp thiết lập dự án</a:t>
            </a:r>
          </a:p>
          <a:p>
            <a:r>
              <a:rPr lang="vi-VN" sz="2000" b="1"/>
              <a:t>MEMBER (Thành viên)</a:t>
            </a:r>
            <a:endParaRPr lang="vi-VN" sz="2000"/>
          </a:p>
          <a:p>
            <a:pPr lvl="1"/>
            <a:r>
              <a:rPr lang="vi-VN" sz="2000"/>
              <a:t>Người thực hiện công việc</a:t>
            </a:r>
          </a:p>
          <a:p>
            <a:pPr lvl="1"/>
            <a:r>
              <a:rPr lang="vi-VN" sz="2000"/>
              <a:t>Quyền: Xem task (tùy cài đặt), cập nhật trạng thái các task được giao</a:t>
            </a:r>
          </a:p>
        </p:txBody>
      </p:sp>
    </p:spTree>
    <p:extLst>
      <p:ext uri="{BB962C8B-B14F-4D97-AF65-F5344CB8AC3E}">
        <p14:creationId xmlns:p14="http://schemas.microsoft.com/office/powerpoint/2010/main" val="2409800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7E632-234E-0D13-1AFA-A7BA0D861C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51C23E-ABF7-9F5E-AA96-C480B38B8552}"/>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16F724C5-BF30-D1A3-179E-60677FF64AD6}"/>
              </a:ext>
            </a:extLst>
          </p:cNvPr>
          <p:cNvSpPr>
            <a:spLocks noGrp="1"/>
          </p:cNvSpPr>
          <p:nvPr>
            <p:ph type="title"/>
          </p:nvPr>
        </p:nvSpPr>
        <p:spPr/>
        <p:txBody>
          <a:bodyPr/>
          <a:lstStyle/>
          <a:p>
            <a:r>
              <a:rPr lang="en-US"/>
              <a:t>Tổng quan dự án</a:t>
            </a:r>
          </a:p>
        </p:txBody>
      </p:sp>
      <p:sp>
        <p:nvSpPr>
          <p:cNvPr id="4" name="Text Placeholder 3">
            <a:extLst>
              <a:ext uri="{FF2B5EF4-FFF2-40B4-BE49-F238E27FC236}">
                <a16:creationId xmlns:a16="http://schemas.microsoft.com/office/drawing/2014/main" id="{4C2CEE52-D98E-0EF2-7850-281F4226D477}"/>
              </a:ext>
            </a:extLst>
          </p:cNvPr>
          <p:cNvSpPr>
            <a:spLocks noGrp="1"/>
          </p:cNvSpPr>
          <p:nvPr>
            <p:ph type="body" sz="quarter" idx="13"/>
          </p:nvPr>
        </p:nvSpPr>
        <p:spPr/>
        <p:txBody>
          <a:bodyPr/>
          <a:lstStyle/>
          <a:p>
            <a:pPr marL="0" indent="0">
              <a:buNone/>
            </a:pPr>
            <a:r>
              <a:rPr lang="vi-VN" sz="2400" b="1"/>
              <a:t>Công nghệ sử dụng</a:t>
            </a:r>
          </a:p>
          <a:p>
            <a:r>
              <a:rPr lang="vi-VN" sz="2000" b="1"/>
              <a:t>Frontend:</a:t>
            </a:r>
            <a:r>
              <a:rPr lang="vi-VN" sz="2000"/>
              <a:t> ReactJS, Tailwind</a:t>
            </a:r>
            <a:r>
              <a:rPr lang="en-US" sz="2000"/>
              <a:t>css</a:t>
            </a:r>
            <a:r>
              <a:rPr lang="vi-VN" sz="2000"/>
              <a:t>, Shadcn</a:t>
            </a:r>
          </a:p>
          <a:p>
            <a:r>
              <a:rPr lang="vi-VN" sz="2000" b="1"/>
              <a:t>Backend:</a:t>
            </a:r>
            <a:r>
              <a:rPr lang="vi-VN" sz="2000"/>
              <a:t> Node.js, ExpressJS</a:t>
            </a:r>
          </a:p>
          <a:p>
            <a:r>
              <a:rPr lang="vi-VN" sz="2000" b="1"/>
              <a:t>Database:</a:t>
            </a:r>
            <a:r>
              <a:rPr lang="vi-VN" sz="2000"/>
              <a:t> MongoDB (NoSQL)</a:t>
            </a:r>
          </a:p>
          <a:p>
            <a:r>
              <a:rPr lang="vi-VN" sz="2000" b="1"/>
              <a:t>Dịch vụ bên thứ 3:</a:t>
            </a:r>
            <a:endParaRPr lang="vi-VN" sz="2000"/>
          </a:p>
          <a:p>
            <a:pPr lvl="1"/>
            <a:r>
              <a:rPr lang="vi-VN" sz="1800"/>
              <a:t>Google OAuth (Login)</a:t>
            </a:r>
          </a:p>
          <a:p>
            <a:pPr lvl="1"/>
            <a:r>
              <a:rPr lang="vi-VN" sz="1800"/>
              <a:t>Cloudinary (Lưu trữ file)</a:t>
            </a:r>
          </a:p>
          <a:p>
            <a:pPr lvl="1"/>
            <a:r>
              <a:rPr lang="vi-VN" sz="1800"/>
              <a:t>Gmail SMTP (Gửi mail)</a:t>
            </a:r>
          </a:p>
        </p:txBody>
      </p:sp>
    </p:spTree>
    <p:extLst>
      <p:ext uri="{BB962C8B-B14F-4D97-AF65-F5344CB8AC3E}">
        <p14:creationId xmlns:p14="http://schemas.microsoft.com/office/powerpoint/2010/main" val="107184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2E5A-D19F-6DCB-56D2-9C3F2AF273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8B52B8-9CC6-2BAA-B911-1D192C6E32B5}"/>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11D00749-4440-F434-BE3A-940E1AE2534B}"/>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3CB83DC3-DE91-B0B9-BE8E-8937C91AD13B}"/>
              </a:ext>
            </a:extLst>
          </p:cNvPr>
          <p:cNvSpPr>
            <a:spLocks noGrp="1"/>
          </p:cNvSpPr>
          <p:nvPr>
            <p:ph type="body" sz="quarter" idx="13"/>
          </p:nvPr>
        </p:nvSpPr>
        <p:spPr/>
        <p:txBody>
          <a:bodyPr/>
          <a:lstStyle/>
          <a:p>
            <a:r>
              <a:rPr lang="en-US">
                <a:solidFill>
                  <a:schemeClr val="bg1">
                    <a:lumMod val="65000"/>
                  </a:schemeClr>
                </a:solidFill>
              </a:rPr>
              <a:t>Tổng quan dự án</a:t>
            </a:r>
          </a:p>
          <a:p>
            <a:r>
              <a:rPr lang="en-US"/>
              <a:t>Phân tích chức năng</a:t>
            </a:r>
          </a:p>
          <a:p>
            <a:r>
              <a:rPr lang="en-US">
                <a:solidFill>
                  <a:schemeClr val="bg1">
                    <a:lumMod val="65000"/>
                  </a:schemeClr>
                </a:solidFill>
              </a:rPr>
              <a:t>Thiết kế cơ sở dữ liệu</a:t>
            </a:r>
          </a:p>
          <a:p>
            <a:r>
              <a:rPr lang="en-US">
                <a:solidFill>
                  <a:schemeClr val="bg1">
                    <a:lumMod val="65000"/>
                  </a:schemeClr>
                </a:solidFill>
              </a:rPr>
              <a:t>Thiết kế API</a:t>
            </a:r>
          </a:p>
          <a:p>
            <a:r>
              <a:rPr lang="en-US">
                <a:solidFill>
                  <a:schemeClr val="bg1">
                    <a:lumMod val="65000"/>
                  </a:schemeClr>
                </a:solidFill>
              </a:rPr>
              <a:t>Thiết kế giao diện (Mockup)</a:t>
            </a:r>
          </a:p>
        </p:txBody>
      </p:sp>
    </p:spTree>
    <p:extLst>
      <p:ext uri="{BB962C8B-B14F-4D97-AF65-F5344CB8AC3E}">
        <p14:creationId xmlns:p14="http://schemas.microsoft.com/office/powerpoint/2010/main" val="263892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A5CDD-FB70-82E3-DAF3-C165EC2915E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8F36F-354F-BD70-E57B-F68C583D10A7}"/>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85E7D3A7-9447-BFB3-25C6-E00CEA1040C3}"/>
              </a:ext>
            </a:extLst>
          </p:cNvPr>
          <p:cNvSpPr>
            <a:spLocks noGrp="1"/>
          </p:cNvSpPr>
          <p:nvPr>
            <p:ph type="title"/>
          </p:nvPr>
        </p:nvSpPr>
        <p:spPr/>
        <p:txBody>
          <a:bodyPr/>
          <a:lstStyle/>
          <a:p>
            <a:r>
              <a:rPr lang="en-US"/>
              <a:t>Phân tích chức năng</a:t>
            </a:r>
          </a:p>
        </p:txBody>
      </p:sp>
      <p:sp>
        <p:nvSpPr>
          <p:cNvPr id="4" name="Text Placeholder 3">
            <a:extLst>
              <a:ext uri="{FF2B5EF4-FFF2-40B4-BE49-F238E27FC236}">
                <a16:creationId xmlns:a16="http://schemas.microsoft.com/office/drawing/2014/main" id="{105AE121-8373-1847-1F29-2678E351192C}"/>
              </a:ext>
            </a:extLst>
          </p:cNvPr>
          <p:cNvSpPr>
            <a:spLocks noGrp="1"/>
          </p:cNvSpPr>
          <p:nvPr>
            <p:ph type="body" sz="quarter" idx="13"/>
          </p:nvPr>
        </p:nvSpPr>
        <p:spPr/>
        <p:txBody>
          <a:bodyPr/>
          <a:lstStyle/>
          <a:p>
            <a:r>
              <a:rPr lang="vi-VN"/>
              <a:t>Phân hệ Xác thực</a:t>
            </a:r>
          </a:p>
          <a:p>
            <a:r>
              <a:rPr lang="vi-VN"/>
              <a:t>Phân hệ Dự án</a:t>
            </a:r>
          </a:p>
          <a:p>
            <a:r>
              <a:rPr lang="vi-VN"/>
              <a:t>Phân hệ Công việc</a:t>
            </a:r>
          </a:p>
          <a:p>
            <a:r>
              <a:rPr lang="vi-VN"/>
              <a:t>Phân hệ Thành viên</a:t>
            </a:r>
          </a:p>
        </p:txBody>
      </p:sp>
    </p:spTree>
    <p:extLst>
      <p:ext uri="{BB962C8B-B14F-4D97-AF65-F5344CB8AC3E}">
        <p14:creationId xmlns:p14="http://schemas.microsoft.com/office/powerpoint/2010/main" val="4215479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984EB-C857-437C-E051-2EDE00B249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5000AF-6959-1607-6B8F-EE7A4A9D5FB7}"/>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3304923E-FDAA-5AD7-C4FB-4108272C5F3F}"/>
              </a:ext>
            </a:extLst>
          </p:cNvPr>
          <p:cNvSpPr>
            <a:spLocks noGrp="1"/>
          </p:cNvSpPr>
          <p:nvPr>
            <p:ph type="title"/>
          </p:nvPr>
        </p:nvSpPr>
        <p:spPr/>
        <p:txBody>
          <a:bodyPr/>
          <a:lstStyle/>
          <a:p>
            <a:r>
              <a:rPr lang="en-US"/>
              <a:t>Phân tích chức năng – Phân hệ Xác thực</a:t>
            </a:r>
          </a:p>
        </p:txBody>
      </p:sp>
      <p:sp>
        <p:nvSpPr>
          <p:cNvPr id="4" name="Text Placeholder 3">
            <a:extLst>
              <a:ext uri="{FF2B5EF4-FFF2-40B4-BE49-F238E27FC236}">
                <a16:creationId xmlns:a16="http://schemas.microsoft.com/office/drawing/2014/main" id="{DAE323D7-4A1F-3ED1-FF09-D11028984F49}"/>
              </a:ext>
            </a:extLst>
          </p:cNvPr>
          <p:cNvSpPr>
            <a:spLocks noGrp="1"/>
          </p:cNvSpPr>
          <p:nvPr>
            <p:ph type="body" sz="quarter" idx="13"/>
          </p:nvPr>
        </p:nvSpPr>
        <p:spPr/>
        <p:txBody>
          <a:bodyPr/>
          <a:lstStyle/>
          <a:p>
            <a:r>
              <a:rPr lang="vi-VN" b="1"/>
              <a:t>Đăng nhập Google:</a:t>
            </a:r>
            <a:r>
              <a:rPr lang="vi-VN"/>
              <a:t> Người dùng đăng nhập thông qua Google OAuth.</a:t>
            </a:r>
          </a:p>
          <a:p>
            <a:r>
              <a:rPr lang="en-US" b="1"/>
              <a:t>Tham gia dự án</a:t>
            </a:r>
            <a:r>
              <a:rPr lang="vi-VN" b="1"/>
              <a:t>:</a:t>
            </a:r>
            <a:endParaRPr lang="vi-VN"/>
          </a:p>
          <a:p>
            <a:pPr lvl="1"/>
            <a:r>
              <a:rPr lang="vi-VN"/>
              <a:t>Nếu người dùng nhấp vào link mời tham gia dự án qua email</a:t>
            </a:r>
          </a:p>
          <a:p>
            <a:pPr lvl="1"/>
            <a:r>
              <a:rPr lang="vi-VN"/>
              <a:t>Yêu cầu đăng nhập Google</a:t>
            </a:r>
          </a:p>
          <a:p>
            <a:pPr lvl="1"/>
            <a:r>
              <a:rPr lang="vi-VN"/>
              <a:t>Tự động add vào dự án sau khi login thành </a:t>
            </a:r>
            <a:r>
              <a:rPr lang="en-US"/>
              <a:t>công</a:t>
            </a:r>
            <a:endParaRPr lang="vi-VN"/>
          </a:p>
        </p:txBody>
      </p:sp>
    </p:spTree>
    <p:extLst>
      <p:ext uri="{BB962C8B-B14F-4D97-AF65-F5344CB8AC3E}">
        <p14:creationId xmlns:p14="http://schemas.microsoft.com/office/powerpoint/2010/main" val="1368947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E2C21-6922-C699-D884-D6D52B09EB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3A7F25-533A-A7B9-04CC-A6F4B6E6AA3F}"/>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23E286C8-F6D2-74B4-5724-CE10BF296AD6}"/>
              </a:ext>
            </a:extLst>
          </p:cNvPr>
          <p:cNvSpPr>
            <a:spLocks noGrp="1"/>
          </p:cNvSpPr>
          <p:nvPr>
            <p:ph type="title"/>
          </p:nvPr>
        </p:nvSpPr>
        <p:spPr/>
        <p:txBody>
          <a:bodyPr/>
          <a:lstStyle/>
          <a:p>
            <a:r>
              <a:rPr lang="en-US"/>
              <a:t>Phân tích chức năng – Phân hệ Dự án</a:t>
            </a:r>
          </a:p>
        </p:txBody>
      </p:sp>
      <p:sp>
        <p:nvSpPr>
          <p:cNvPr id="4" name="Text Placeholder 3">
            <a:extLst>
              <a:ext uri="{FF2B5EF4-FFF2-40B4-BE49-F238E27FC236}">
                <a16:creationId xmlns:a16="http://schemas.microsoft.com/office/drawing/2014/main" id="{334E5A65-1192-B35C-463F-5B9D5F02E4E5}"/>
              </a:ext>
            </a:extLst>
          </p:cNvPr>
          <p:cNvSpPr>
            <a:spLocks noGrp="1"/>
          </p:cNvSpPr>
          <p:nvPr>
            <p:ph type="body" sz="quarter" idx="13"/>
          </p:nvPr>
        </p:nvSpPr>
        <p:spPr/>
        <p:txBody>
          <a:bodyPr/>
          <a:lstStyle/>
          <a:p>
            <a:r>
              <a:rPr lang="vi-VN" b="1"/>
              <a:t>Quản lý dự án:</a:t>
            </a:r>
            <a:endParaRPr lang="vi-VN"/>
          </a:p>
          <a:p>
            <a:pPr lvl="1"/>
            <a:r>
              <a:rPr lang="vi-VN"/>
              <a:t>Tạo dự án</a:t>
            </a:r>
          </a:p>
          <a:p>
            <a:pPr lvl="1"/>
            <a:r>
              <a:rPr lang="vi-VN"/>
              <a:t>Xem danh sách dự án đã tham gia</a:t>
            </a:r>
          </a:p>
          <a:p>
            <a:pPr lvl="1"/>
            <a:r>
              <a:rPr lang="vi-VN"/>
              <a:t>Cập nhật thông tin dự án</a:t>
            </a:r>
            <a:r>
              <a:rPr lang="en-US"/>
              <a:t> (Owner only)</a:t>
            </a:r>
            <a:endParaRPr lang="vi-VN"/>
          </a:p>
          <a:p>
            <a:r>
              <a:rPr lang="vi-VN" b="1"/>
              <a:t>Cài đặt dự án (Owner only):</a:t>
            </a:r>
            <a:endParaRPr lang="vi-VN"/>
          </a:p>
          <a:p>
            <a:pPr lvl="1"/>
            <a:r>
              <a:rPr lang="vi-VN"/>
              <a:t>Cho phép Member xem:</a:t>
            </a:r>
          </a:p>
          <a:p>
            <a:pPr lvl="2"/>
            <a:r>
              <a:rPr lang="vi-VN"/>
              <a:t>Toàn bộ task trong dự án, hoặc</a:t>
            </a:r>
          </a:p>
          <a:p>
            <a:pPr lvl="2"/>
            <a:r>
              <a:rPr lang="vi-VN"/>
              <a:t>Chỉ task được assign cho chính mình</a:t>
            </a:r>
          </a:p>
          <a:p>
            <a:pPr lvl="1"/>
            <a:r>
              <a:rPr lang="vi-VN"/>
              <a:t>Bật/tắt tính năng nhắc nhở qua email</a:t>
            </a:r>
          </a:p>
          <a:p>
            <a:r>
              <a:rPr lang="vi-VN" b="1"/>
              <a:t>Xóa dự án:</a:t>
            </a:r>
            <a:endParaRPr lang="vi-VN"/>
          </a:p>
          <a:p>
            <a:pPr lvl="1"/>
            <a:r>
              <a:rPr lang="vi-VN"/>
              <a:t>Yêu cầu Owner nhập </a:t>
            </a:r>
            <a:r>
              <a:rPr lang="vi-VN" b="1"/>
              <a:t>chính xác tên dự án</a:t>
            </a:r>
            <a:r>
              <a:rPr lang="vi-VN"/>
              <a:t> để xác nhận xóa</a:t>
            </a:r>
          </a:p>
        </p:txBody>
      </p:sp>
    </p:spTree>
    <p:extLst>
      <p:ext uri="{BB962C8B-B14F-4D97-AF65-F5344CB8AC3E}">
        <p14:creationId xmlns:p14="http://schemas.microsoft.com/office/powerpoint/2010/main" val="3435091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CBB3-5577-5DD3-F2E9-9580670BF7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F0BB5B-1E53-9FEF-55CA-47AC65CB9652}"/>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B2C20ECD-B25E-873D-2B63-BFBA44113A53}"/>
              </a:ext>
            </a:extLst>
          </p:cNvPr>
          <p:cNvSpPr>
            <a:spLocks noGrp="1"/>
          </p:cNvSpPr>
          <p:nvPr>
            <p:ph type="title"/>
          </p:nvPr>
        </p:nvSpPr>
        <p:spPr/>
        <p:txBody>
          <a:bodyPr/>
          <a:lstStyle/>
          <a:p>
            <a:r>
              <a:rPr lang="en-US"/>
              <a:t>Phân tích chức năng – Phân hệ Công việc (1)</a:t>
            </a:r>
          </a:p>
        </p:txBody>
      </p:sp>
      <p:sp>
        <p:nvSpPr>
          <p:cNvPr id="4" name="Text Placeholder 3">
            <a:extLst>
              <a:ext uri="{FF2B5EF4-FFF2-40B4-BE49-F238E27FC236}">
                <a16:creationId xmlns:a16="http://schemas.microsoft.com/office/drawing/2014/main" id="{3BA18194-BD88-AEEE-1E12-4E667D59BFEB}"/>
              </a:ext>
            </a:extLst>
          </p:cNvPr>
          <p:cNvSpPr>
            <a:spLocks noGrp="1"/>
          </p:cNvSpPr>
          <p:nvPr>
            <p:ph type="body" sz="quarter" idx="13"/>
          </p:nvPr>
        </p:nvSpPr>
        <p:spPr>
          <a:xfrm>
            <a:off x="234950" y="835152"/>
            <a:ext cx="8674100" cy="5132832"/>
          </a:xfrm>
        </p:spPr>
        <p:txBody>
          <a:bodyPr/>
          <a:lstStyle/>
          <a:p>
            <a:r>
              <a:rPr lang="en-US" b="1"/>
              <a:t>Quản lý công việc</a:t>
            </a:r>
            <a:endParaRPr lang="vi-VN"/>
          </a:p>
          <a:p>
            <a:pPr lvl="1"/>
            <a:r>
              <a:rPr lang="en-US"/>
              <a:t>Tạo công việc (OWNER, LEADER)</a:t>
            </a:r>
          </a:p>
          <a:p>
            <a:pPr lvl="1"/>
            <a:r>
              <a:rPr lang="en-US"/>
              <a:t>Xem danh sách công việc (OWNER, LEADER, ASSIGNEE)</a:t>
            </a:r>
          </a:p>
          <a:p>
            <a:pPr lvl="1"/>
            <a:r>
              <a:rPr lang="en-US"/>
              <a:t>Xem chi tiết công việc (OWNER, LEADER, ASSIGNEE)</a:t>
            </a:r>
          </a:p>
          <a:p>
            <a:pPr lvl="1"/>
            <a:r>
              <a:rPr lang="en-US"/>
              <a:t>Cập nhật công việc (OWNER, LEADER)</a:t>
            </a:r>
          </a:p>
          <a:p>
            <a:pPr lvl="1"/>
            <a:r>
              <a:rPr lang="en-US"/>
              <a:t>Cập nhật trạng thái (OWNER, LEADER, ASSIGNEE)</a:t>
            </a:r>
          </a:p>
          <a:p>
            <a:pPr lvl="1"/>
            <a:r>
              <a:rPr lang="en-US"/>
              <a:t>Xóa công việc (OWNER, LEADER)</a:t>
            </a:r>
          </a:p>
          <a:p>
            <a:pPr lvl="1"/>
            <a:r>
              <a:rPr lang="en-US"/>
              <a:t>Upload file báo cáo (OWNER, LEADER, ASSIGNEE)</a:t>
            </a:r>
            <a:endParaRPr lang="vi-VN"/>
          </a:p>
          <a:p>
            <a:r>
              <a:rPr lang="vi-VN" b="1"/>
              <a:t>Đính kèm file:</a:t>
            </a:r>
            <a:endParaRPr lang="vi-VN"/>
          </a:p>
          <a:p>
            <a:pPr lvl="1"/>
            <a:r>
              <a:rPr lang="vi-VN"/>
              <a:t>Hỗ trợ: Ảnh, PDF, Docs</a:t>
            </a:r>
          </a:p>
          <a:p>
            <a:pPr lvl="1"/>
            <a:r>
              <a:rPr lang="vi-VN"/>
              <a:t>Lưu trên Cloudinary</a:t>
            </a:r>
          </a:p>
          <a:p>
            <a:pPr lvl="1"/>
            <a:r>
              <a:rPr lang="vi-VN"/>
              <a:t>Giới hạn:</a:t>
            </a:r>
          </a:p>
          <a:p>
            <a:pPr lvl="2"/>
            <a:r>
              <a:rPr lang="vi-VN"/>
              <a:t>Tối đa </a:t>
            </a:r>
            <a:r>
              <a:rPr lang="vi-VN" b="1"/>
              <a:t>5 file / task</a:t>
            </a:r>
            <a:endParaRPr lang="vi-VN"/>
          </a:p>
          <a:p>
            <a:pPr lvl="2"/>
            <a:r>
              <a:rPr lang="vi-VN"/>
              <a:t>Tối đa </a:t>
            </a:r>
            <a:r>
              <a:rPr lang="vi-VN" b="1"/>
              <a:t>5MB / file</a:t>
            </a:r>
            <a:endParaRPr lang="vi-VN"/>
          </a:p>
        </p:txBody>
      </p:sp>
    </p:spTree>
    <p:extLst>
      <p:ext uri="{BB962C8B-B14F-4D97-AF65-F5344CB8AC3E}">
        <p14:creationId xmlns:p14="http://schemas.microsoft.com/office/powerpoint/2010/main" val="2041966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F4730-C51A-C8D8-E421-9A58511F1F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E507A2-950B-D956-934C-F8626912E6F4}"/>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1FB34342-1DE1-1E92-52AF-5336B7E52BBA}"/>
              </a:ext>
            </a:extLst>
          </p:cNvPr>
          <p:cNvSpPr>
            <a:spLocks noGrp="1"/>
          </p:cNvSpPr>
          <p:nvPr>
            <p:ph type="title"/>
          </p:nvPr>
        </p:nvSpPr>
        <p:spPr/>
        <p:txBody>
          <a:bodyPr/>
          <a:lstStyle/>
          <a:p>
            <a:r>
              <a:rPr lang="en-US"/>
              <a:t>Phân tích chức năng – Phân hệ Công việc (2)</a:t>
            </a:r>
          </a:p>
        </p:txBody>
      </p:sp>
      <p:sp>
        <p:nvSpPr>
          <p:cNvPr id="4" name="Text Placeholder 3">
            <a:extLst>
              <a:ext uri="{FF2B5EF4-FFF2-40B4-BE49-F238E27FC236}">
                <a16:creationId xmlns:a16="http://schemas.microsoft.com/office/drawing/2014/main" id="{D9057497-66C8-81ED-A4B6-F54ADB086239}"/>
              </a:ext>
            </a:extLst>
          </p:cNvPr>
          <p:cNvSpPr>
            <a:spLocks noGrp="1"/>
          </p:cNvSpPr>
          <p:nvPr>
            <p:ph type="body" sz="quarter" idx="13"/>
          </p:nvPr>
        </p:nvSpPr>
        <p:spPr/>
        <p:txBody>
          <a:bodyPr/>
          <a:lstStyle/>
          <a:p>
            <a:r>
              <a:rPr lang="vi-VN" b="1"/>
              <a:t>Hệ thống nhắc hẹn:</a:t>
            </a:r>
            <a:endParaRPr lang="vi-VN"/>
          </a:p>
          <a:p>
            <a:pPr lvl="1"/>
            <a:r>
              <a:rPr lang="vi-VN"/>
              <a:t>Cron Job chạy lúc </a:t>
            </a:r>
            <a:r>
              <a:rPr lang="vi-VN" b="1"/>
              <a:t>07:00 AM</a:t>
            </a:r>
            <a:r>
              <a:rPr lang="vi-VN"/>
              <a:t> mỗi ngày</a:t>
            </a:r>
          </a:p>
          <a:p>
            <a:pPr lvl="1"/>
            <a:r>
              <a:rPr lang="vi-VN"/>
              <a:t>Quét các task có hạn chót trong vòng </a:t>
            </a:r>
            <a:r>
              <a:rPr lang="vi-VN" b="1"/>
              <a:t>24h tới</a:t>
            </a:r>
            <a:endParaRPr lang="vi-VN"/>
          </a:p>
          <a:p>
            <a:pPr lvl="1"/>
            <a:r>
              <a:rPr lang="vi-VN"/>
              <a:t>Gửi email nhắc nhở đến thành viên được assign task</a:t>
            </a:r>
          </a:p>
        </p:txBody>
      </p:sp>
    </p:spTree>
    <p:extLst>
      <p:ext uri="{BB962C8B-B14F-4D97-AF65-F5344CB8AC3E}">
        <p14:creationId xmlns:p14="http://schemas.microsoft.com/office/powerpoint/2010/main" val="2721638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04EF-2269-78F2-68B5-5562487F92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39D922-4C49-887E-2FD9-A2025D53534E}"/>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964D8DEC-F48C-0EC5-4C66-E12BA51B4E67}"/>
              </a:ext>
            </a:extLst>
          </p:cNvPr>
          <p:cNvSpPr>
            <a:spLocks noGrp="1"/>
          </p:cNvSpPr>
          <p:nvPr>
            <p:ph type="title"/>
          </p:nvPr>
        </p:nvSpPr>
        <p:spPr/>
        <p:txBody>
          <a:bodyPr/>
          <a:lstStyle/>
          <a:p>
            <a:r>
              <a:rPr lang="en-US"/>
              <a:t>Phân tích chức năng – Phân hệ Thành viên</a:t>
            </a:r>
          </a:p>
        </p:txBody>
      </p:sp>
      <p:sp>
        <p:nvSpPr>
          <p:cNvPr id="4" name="Text Placeholder 3">
            <a:extLst>
              <a:ext uri="{FF2B5EF4-FFF2-40B4-BE49-F238E27FC236}">
                <a16:creationId xmlns:a16="http://schemas.microsoft.com/office/drawing/2014/main" id="{406EF5BF-E652-C9BB-F1B7-1CE24E3C2B27}"/>
              </a:ext>
            </a:extLst>
          </p:cNvPr>
          <p:cNvSpPr>
            <a:spLocks noGrp="1"/>
          </p:cNvSpPr>
          <p:nvPr>
            <p:ph type="body" sz="quarter" idx="13"/>
          </p:nvPr>
        </p:nvSpPr>
        <p:spPr/>
        <p:txBody>
          <a:bodyPr/>
          <a:lstStyle/>
          <a:p>
            <a:r>
              <a:rPr lang="vi-VN" b="1"/>
              <a:t>Mời thành viên:</a:t>
            </a:r>
            <a:endParaRPr lang="vi-VN"/>
          </a:p>
          <a:p>
            <a:pPr lvl="1"/>
            <a:r>
              <a:rPr lang="vi-VN"/>
              <a:t>Owner nhập email</a:t>
            </a:r>
          </a:p>
          <a:p>
            <a:pPr lvl="1"/>
            <a:r>
              <a:rPr lang="vi-VN"/>
              <a:t>Hệ thống gửi email chứa link mời kèm Token (Invitation Token)</a:t>
            </a:r>
          </a:p>
          <a:p>
            <a:r>
              <a:rPr lang="vi-VN" b="1"/>
              <a:t>Quản lý thành viên:</a:t>
            </a:r>
            <a:endParaRPr lang="vi-VN"/>
          </a:p>
          <a:p>
            <a:pPr lvl="1"/>
            <a:r>
              <a:rPr lang="vi-VN"/>
              <a:t>Chỉ Owner:</a:t>
            </a:r>
          </a:p>
          <a:p>
            <a:pPr lvl="2"/>
            <a:r>
              <a:rPr lang="vi-VN"/>
              <a:t>Thăng chức (Member -&gt; Leader)</a:t>
            </a:r>
          </a:p>
          <a:p>
            <a:pPr lvl="2"/>
            <a:r>
              <a:rPr lang="vi-VN"/>
              <a:t>Giáng chức (Leader -&gt; Member)</a:t>
            </a:r>
          </a:p>
          <a:p>
            <a:pPr lvl="2"/>
            <a:r>
              <a:rPr lang="vi-VN"/>
              <a:t>Mời ra khỏi dự án (Remove khỏi members list)</a:t>
            </a:r>
          </a:p>
          <a:p>
            <a:r>
              <a:rPr lang="vi-VN" b="1"/>
              <a:t>Rời dự án:</a:t>
            </a:r>
            <a:endParaRPr lang="vi-VN"/>
          </a:p>
          <a:p>
            <a:pPr lvl="1"/>
            <a:r>
              <a:rPr lang="vi-VN"/>
              <a:t>Thành viên có thể tự thoát dự án</a:t>
            </a:r>
          </a:p>
        </p:txBody>
      </p:sp>
    </p:spTree>
    <p:extLst>
      <p:ext uri="{BB962C8B-B14F-4D97-AF65-F5344CB8AC3E}">
        <p14:creationId xmlns:p14="http://schemas.microsoft.com/office/powerpoint/2010/main" val="13026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BE5147-2B0C-2C8F-861A-2CF651EB3098}"/>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3636346C-6BCE-0BA9-C08A-9011F68E849E}"/>
              </a:ext>
            </a:extLst>
          </p:cNvPr>
          <p:cNvSpPr>
            <a:spLocks noGrp="1"/>
          </p:cNvSpPr>
          <p:nvPr>
            <p:ph type="title"/>
          </p:nvPr>
        </p:nvSpPr>
        <p:spPr/>
        <p:txBody>
          <a:bodyPr/>
          <a:lstStyle/>
          <a:p>
            <a:r>
              <a:rPr lang="en-US"/>
              <a:t>Phân tích chức năng</a:t>
            </a:r>
          </a:p>
        </p:txBody>
      </p:sp>
      <p:sp>
        <p:nvSpPr>
          <p:cNvPr id="63" name="TextBox 62">
            <a:extLst>
              <a:ext uri="{FF2B5EF4-FFF2-40B4-BE49-F238E27FC236}">
                <a16:creationId xmlns:a16="http://schemas.microsoft.com/office/drawing/2014/main" id="{166DBF65-233F-C979-41DA-0DE4183ECF17}"/>
              </a:ext>
            </a:extLst>
          </p:cNvPr>
          <p:cNvSpPr txBox="1"/>
          <p:nvPr/>
        </p:nvSpPr>
        <p:spPr>
          <a:xfrm>
            <a:off x="2658685" y="6435722"/>
            <a:ext cx="3872993" cy="400110"/>
          </a:xfrm>
          <a:prstGeom prst="rect">
            <a:avLst/>
          </a:prstGeom>
          <a:noFill/>
        </p:spPr>
        <p:txBody>
          <a:bodyPr wrap="square" rtlCol="0">
            <a:spAutoFit/>
          </a:bodyPr>
          <a:lstStyle/>
          <a:p>
            <a:pPr algn="ctr"/>
            <a:r>
              <a:rPr lang="en-US" sz="2000" b="1" i="1"/>
              <a:t>Biểu đồ Use-case mức tổng quan</a:t>
            </a:r>
          </a:p>
        </p:txBody>
      </p:sp>
      <p:grpSp>
        <p:nvGrpSpPr>
          <p:cNvPr id="68" name="Group 67">
            <a:extLst>
              <a:ext uri="{FF2B5EF4-FFF2-40B4-BE49-F238E27FC236}">
                <a16:creationId xmlns:a16="http://schemas.microsoft.com/office/drawing/2014/main" id="{34A922E4-4239-7331-E949-6C0E5D555ABE}"/>
              </a:ext>
            </a:extLst>
          </p:cNvPr>
          <p:cNvGrpSpPr/>
          <p:nvPr/>
        </p:nvGrpSpPr>
        <p:grpSpPr>
          <a:xfrm>
            <a:off x="895213" y="946143"/>
            <a:ext cx="7709291" cy="5126997"/>
            <a:chOff x="895213" y="946143"/>
            <a:chExt cx="7709291" cy="5126997"/>
          </a:xfrm>
        </p:grpSpPr>
        <p:sp>
          <p:nvSpPr>
            <p:cNvPr id="65" name="Rectangle 64">
              <a:extLst>
                <a:ext uri="{FF2B5EF4-FFF2-40B4-BE49-F238E27FC236}">
                  <a16:creationId xmlns:a16="http://schemas.microsoft.com/office/drawing/2014/main" id="{EC42FC62-AA82-9666-21F8-6E8C9AD99E44}"/>
                </a:ext>
              </a:extLst>
            </p:cNvPr>
            <p:cNvSpPr/>
            <p:nvPr/>
          </p:nvSpPr>
          <p:spPr>
            <a:xfrm>
              <a:off x="934268" y="946143"/>
              <a:ext cx="7670236" cy="51269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46" name="Group 45">
              <a:extLst>
                <a:ext uri="{FF2B5EF4-FFF2-40B4-BE49-F238E27FC236}">
                  <a16:creationId xmlns:a16="http://schemas.microsoft.com/office/drawing/2014/main" id="{B393A953-3AF5-2E7F-04F3-1935CE0CC79A}"/>
                </a:ext>
              </a:extLst>
            </p:cNvPr>
            <p:cNvGrpSpPr/>
            <p:nvPr/>
          </p:nvGrpSpPr>
          <p:grpSpPr>
            <a:xfrm>
              <a:off x="1916397" y="2390273"/>
              <a:ext cx="697327" cy="977711"/>
              <a:chOff x="1356696" y="1409021"/>
              <a:chExt cx="981075" cy="1375548"/>
            </a:xfrm>
          </p:grpSpPr>
          <p:sp>
            <p:nvSpPr>
              <p:cNvPr id="45" name="Rectangle 44">
                <a:extLst>
                  <a:ext uri="{FF2B5EF4-FFF2-40B4-BE49-F238E27FC236}">
                    <a16:creationId xmlns:a16="http://schemas.microsoft.com/office/drawing/2014/main" id="{97048553-E882-ED7A-13F3-AB7F7ED2D904}"/>
                  </a:ext>
                </a:extLst>
              </p:cNvPr>
              <p:cNvSpPr/>
              <p:nvPr/>
            </p:nvSpPr>
            <p:spPr>
              <a:xfrm>
                <a:off x="1416154" y="1409021"/>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22" name="Group 21">
                <a:extLst>
                  <a:ext uri="{FF2B5EF4-FFF2-40B4-BE49-F238E27FC236}">
                    <a16:creationId xmlns:a16="http://schemas.microsoft.com/office/drawing/2014/main" id="{BD7C286C-F1B6-C3FB-CF64-797E44814665}"/>
                  </a:ext>
                </a:extLst>
              </p:cNvPr>
              <p:cNvGrpSpPr/>
              <p:nvPr/>
            </p:nvGrpSpPr>
            <p:grpSpPr>
              <a:xfrm>
                <a:off x="1356696" y="1546624"/>
                <a:ext cx="981075" cy="1237945"/>
                <a:chOff x="886174" y="1903031"/>
                <a:chExt cx="981075" cy="1237945"/>
              </a:xfrm>
            </p:grpSpPr>
            <p:grpSp>
              <p:nvGrpSpPr>
                <p:cNvPr id="20" name="Group 19">
                  <a:extLst>
                    <a:ext uri="{FF2B5EF4-FFF2-40B4-BE49-F238E27FC236}">
                      <a16:creationId xmlns:a16="http://schemas.microsoft.com/office/drawing/2014/main" id="{119E9505-4EB7-4EEF-1C19-EB98D4A36F08}"/>
                    </a:ext>
                  </a:extLst>
                </p:cNvPr>
                <p:cNvGrpSpPr/>
                <p:nvPr/>
              </p:nvGrpSpPr>
              <p:grpSpPr>
                <a:xfrm>
                  <a:off x="1129951" y="1903031"/>
                  <a:ext cx="493522" cy="848233"/>
                  <a:chOff x="1044226" y="1792224"/>
                  <a:chExt cx="493522" cy="848233"/>
                </a:xfrm>
              </p:grpSpPr>
              <p:sp>
                <p:nvSpPr>
                  <p:cNvPr id="8" name="Oval 7">
                    <a:extLst>
                      <a:ext uri="{FF2B5EF4-FFF2-40B4-BE49-F238E27FC236}">
                        <a16:creationId xmlns:a16="http://schemas.microsoft.com/office/drawing/2014/main" id="{99E67ABC-8D12-92E4-1255-2ED8B3F90D42}"/>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10" name="Straight Connector 9">
                    <a:extLst>
                      <a:ext uri="{FF2B5EF4-FFF2-40B4-BE49-F238E27FC236}">
                        <a16:creationId xmlns:a16="http://schemas.microsoft.com/office/drawing/2014/main" id="{882D6290-3857-DE51-E0FB-32822058C2B3}"/>
                      </a:ext>
                    </a:extLst>
                  </p:cNvPr>
                  <p:cNvCxnSpPr>
                    <a:cxnSpLocks/>
                    <a:stCxn id="8"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357919C-7E3D-0542-1F2A-7B50970B50D4}"/>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C4D0D4-F38A-849E-F57F-EFAF38611B0F}"/>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B3EDB1-F7C8-43C8-8C5E-D66BABFBAD5D}"/>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629BCB1-E9C7-9475-4B4C-03FA33829AC2}"/>
                    </a:ext>
                  </a:extLst>
                </p:cNvPr>
                <p:cNvSpPr txBox="1"/>
                <p:nvPr/>
              </p:nvSpPr>
              <p:spPr>
                <a:xfrm>
                  <a:off x="886174" y="2751264"/>
                  <a:ext cx="981075" cy="389712"/>
                </a:xfrm>
                <a:prstGeom prst="rect">
                  <a:avLst/>
                </a:prstGeom>
                <a:noFill/>
              </p:spPr>
              <p:txBody>
                <a:bodyPr wrap="square" rtlCol="0">
                  <a:spAutoFit/>
                </a:bodyPr>
                <a:lstStyle/>
                <a:p>
                  <a:pPr algn="ctr"/>
                  <a:r>
                    <a:rPr lang="en-US" sz="1200" b="1"/>
                    <a:t>OWNER</a:t>
                  </a:r>
                </a:p>
              </p:txBody>
            </p:sp>
          </p:grpSp>
        </p:grpSp>
        <p:grpSp>
          <p:nvGrpSpPr>
            <p:cNvPr id="72" name="Group 71">
              <a:extLst>
                <a:ext uri="{FF2B5EF4-FFF2-40B4-BE49-F238E27FC236}">
                  <a16:creationId xmlns:a16="http://schemas.microsoft.com/office/drawing/2014/main" id="{71236650-3FE1-FAE0-1A38-CD4A82AADDF0}"/>
                </a:ext>
              </a:extLst>
            </p:cNvPr>
            <p:cNvGrpSpPr/>
            <p:nvPr/>
          </p:nvGrpSpPr>
          <p:grpSpPr>
            <a:xfrm>
              <a:off x="1626076" y="3652355"/>
              <a:ext cx="697327" cy="966153"/>
              <a:chOff x="1732916" y="4062029"/>
              <a:chExt cx="981075" cy="1359287"/>
            </a:xfrm>
          </p:grpSpPr>
          <p:sp>
            <p:nvSpPr>
              <p:cNvPr id="66" name="Rectangle 65">
                <a:extLst>
                  <a:ext uri="{FF2B5EF4-FFF2-40B4-BE49-F238E27FC236}">
                    <a16:creationId xmlns:a16="http://schemas.microsoft.com/office/drawing/2014/main" id="{3FA72F8F-50A7-8B9B-CD83-B4FCBCAC734A}"/>
                  </a:ext>
                </a:extLst>
              </p:cNvPr>
              <p:cNvSpPr/>
              <p:nvPr/>
            </p:nvSpPr>
            <p:spPr>
              <a:xfrm>
                <a:off x="1811115" y="4062029"/>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23" name="Group 22">
                <a:extLst>
                  <a:ext uri="{FF2B5EF4-FFF2-40B4-BE49-F238E27FC236}">
                    <a16:creationId xmlns:a16="http://schemas.microsoft.com/office/drawing/2014/main" id="{77A34648-0B92-B5B7-6A3F-12BB017889C8}"/>
                  </a:ext>
                </a:extLst>
              </p:cNvPr>
              <p:cNvGrpSpPr/>
              <p:nvPr/>
            </p:nvGrpSpPr>
            <p:grpSpPr>
              <a:xfrm>
                <a:off x="1732916" y="4183371"/>
                <a:ext cx="981075" cy="1237945"/>
                <a:chOff x="886174" y="1903031"/>
                <a:chExt cx="981075" cy="1237945"/>
              </a:xfrm>
            </p:grpSpPr>
            <p:grpSp>
              <p:nvGrpSpPr>
                <p:cNvPr id="24" name="Group 23">
                  <a:extLst>
                    <a:ext uri="{FF2B5EF4-FFF2-40B4-BE49-F238E27FC236}">
                      <a16:creationId xmlns:a16="http://schemas.microsoft.com/office/drawing/2014/main" id="{81CB8EB6-F387-37A9-76CE-38A18D015676}"/>
                    </a:ext>
                  </a:extLst>
                </p:cNvPr>
                <p:cNvGrpSpPr/>
                <p:nvPr/>
              </p:nvGrpSpPr>
              <p:grpSpPr>
                <a:xfrm>
                  <a:off x="1129951" y="1903031"/>
                  <a:ext cx="493522" cy="848233"/>
                  <a:chOff x="1044226" y="1792224"/>
                  <a:chExt cx="493522" cy="848233"/>
                </a:xfrm>
              </p:grpSpPr>
              <p:sp>
                <p:nvSpPr>
                  <p:cNvPr id="26" name="Oval 25">
                    <a:extLst>
                      <a:ext uri="{FF2B5EF4-FFF2-40B4-BE49-F238E27FC236}">
                        <a16:creationId xmlns:a16="http://schemas.microsoft.com/office/drawing/2014/main" id="{7CF4FF8D-8AAD-0FDE-AC7D-A4C760C6365C}"/>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27" name="Straight Connector 26">
                    <a:extLst>
                      <a:ext uri="{FF2B5EF4-FFF2-40B4-BE49-F238E27FC236}">
                        <a16:creationId xmlns:a16="http://schemas.microsoft.com/office/drawing/2014/main" id="{13F574A8-A068-2DB2-D8D8-CEF34A7879D5}"/>
                      </a:ext>
                    </a:extLst>
                  </p:cNvPr>
                  <p:cNvCxnSpPr>
                    <a:cxnSpLocks/>
                    <a:stCxn id="26"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9DC4DE4-F0B6-FE3D-C054-6CACF8D4025E}"/>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191D96-7BBA-6737-FBD8-19EBBFA8FDB7}"/>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D9299AF-47C7-063A-69FD-10B5EC557C68}"/>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24">
                  <a:extLst>
                    <a:ext uri="{FF2B5EF4-FFF2-40B4-BE49-F238E27FC236}">
                      <a16:creationId xmlns:a16="http://schemas.microsoft.com/office/drawing/2014/main" id="{6203BBB2-9542-EA81-1A11-10BC86E850B7}"/>
                    </a:ext>
                  </a:extLst>
                </p:cNvPr>
                <p:cNvSpPr txBox="1"/>
                <p:nvPr/>
              </p:nvSpPr>
              <p:spPr>
                <a:xfrm>
                  <a:off x="886174" y="2751264"/>
                  <a:ext cx="981075" cy="389712"/>
                </a:xfrm>
                <a:prstGeom prst="rect">
                  <a:avLst/>
                </a:prstGeom>
                <a:noFill/>
              </p:spPr>
              <p:txBody>
                <a:bodyPr wrap="square" rtlCol="0">
                  <a:spAutoFit/>
                </a:bodyPr>
                <a:lstStyle/>
                <a:p>
                  <a:pPr algn="ctr"/>
                  <a:r>
                    <a:rPr lang="en-US" sz="1200" b="1"/>
                    <a:t>LEADER</a:t>
                  </a:r>
                </a:p>
              </p:txBody>
            </p:sp>
          </p:grpSp>
        </p:grpSp>
        <p:grpSp>
          <p:nvGrpSpPr>
            <p:cNvPr id="61" name="Group 60">
              <a:extLst>
                <a:ext uri="{FF2B5EF4-FFF2-40B4-BE49-F238E27FC236}">
                  <a16:creationId xmlns:a16="http://schemas.microsoft.com/office/drawing/2014/main" id="{E92EAA2B-9399-6B63-DF12-4BEED4582E70}"/>
                </a:ext>
              </a:extLst>
            </p:cNvPr>
            <p:cNvGrpSpPr/>
            <p:nvPr/>
          </p:nvGrpSpPr>
          <p:grpSpPr>
            <a:xfrm>
              <a:off x="1162219" y="1433121"/>
              <a:ext cx="697327" cy="943460"/>
              <a:chOff x="894548" y="2809411"/>
              <a:chExt cx="981075" cy="1327361"/>
            </a:xfrm>
          </p:grpSpPr>
          <p:sp>
            <p:nvSpPr>
              <p:cNvPr id="59" name="Rectangle 58">
                <a:extLst>
                  <a:ext uri="{FF2B5EF4-FFF2-40B4-BE49-F238E27FC236}">
                    <a16:creationId xmlns:a16="http://schemas.microsoft.com/office/drawing/2014/main" id="{40BB1285-6CD7-0ADC-4C72-3C978A9CA0A1}"/>
                  </a:ext>
                </a:extLst>
              </p:cNvPr>
              <p:cNvSpPr/>
              <p:nvPr/>
            </p:nvSpPr>
            <p:spPr>
              <a:xfrm>
                <a:off x="966151" y="2809411"/>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51" name="Group 50">
                <a:extLst>
                  <a:ext uri="{FF2B5EF4-FFF2-40B4-BE49-F238E27FC236}">
                    <a16:creationId xmlns:a16="http://schemas.microsoft.com/office/drawing/2014/main" id="{C6ADF762-66C8-D3D9-C122-1AA154BEE0EF}"/>
                  </a:ext>
                </a:extLst>
              </p:cNvPr>
              <p:cNvGrpSpPr/>
              <p:nvPr/>
            </p:nvGrpSpPr>
            <p:grpSpPr>
              <a:xfrm>
                <a:off x="894548" y="2898827"/>
                <a:ext cx="981075" cy="1237945"/>
                <a:chOff x="886174" y="1903031"/>
                <a:chExt cx="981075" cy="1237945"/>
              </a:xfrm>
            </p:grpSpPr>
            <p:grpSp>
              <p:nvGrpSpPr>
                <p:cNvPr id="52" name="Group 51">
                  <a:extLst>
                    <a:ext uri="{FF2B5EF4-FFF2-40B4-BE49-F238E27FC236}">
                      <a16:creationId xmlns:a16="http://schemas.microsoft.com/office/drawing/2014/main" id="{738595A6-7A10-FB56-AEB2-2F0B89801570}"/>
                    </a:ext>
                  </a:extLst>
                </p:cNvPr>
                <p:cNvGrpSpPr/>
                <p:nvPr/>
              </p:nvGrpSpPr>
              <p:grpSpPr>
                <a:xfrm>
                  <a:off x="1129951" y="1903031"/>
                  <a:ext cx="493522" cy="848233"/>
                  <a:chOff x="1044226" y="1792224"/>
                  <a:chExt cx="493522" cy="848233"/>
                </a:xfrm>
              </p:grpSpPr>
              <p:sp>
                <p:nvSpPr>
                  <p:cNvPr id="54" name="Oval 53">
                    <a:extLst>
                      <a:ext uri="{FF2B5EF4-FFF2-40B4-BE49-F238E27FC236}">
                        <a16:creationId xmlns:a16="http://schemas.microsoft.com/office/drawing/2014/main" id="{20D24762-A699-2395-60F7-510671A9A53B}"/>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55" name="Straight Connector 54">
                    <a:extLst>
                      <a:ext uri="{FF2B5EF4-FFF2-40B4-BE49-F238E27FC236}">
                        <a16:creationId xmlns:a16="http://schemas.microsoft.com/office/drawing/2014/main" id="{4066DC84-274C-90FD-EF80-511E35DDD96D}"/>
                      </a:ext>
                    </a:extLst>
                  </p:cNvPr>
                  <p:cNvCxnSpPr>
                    <a:cxnSpLocks/>
                    <a:stCxn id="54"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E7F1263-5D7C-04FA-14DF-058957ECF463}"/>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128E933-7076-A6F8-7FED-20C00685FB82}"/>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0F72D25-E5C8-FB95-0F0A-9AD2AB45BF64}"/>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C9467F4C-B481-839C-7AD3-3E25BCD8CEB5}"/>
                    </a:ext>
                  </a:extLst>
                </p:cNvPr>
                <p:cNvSpPr txBox="1"/>
                <p:nvPr/>
              </p:nvSpPr>
              <p:spPr>
                <a:xfrm>
                  <a:off x="886174" y="2751264"/>
                  <a:ext cx="981075" cy="389712"/>
                </a:xfrm>
                <a:prstGeom prst="rect">
                  <a:avLst/>
                </a:prstGeom>
                <a:noFill/>
              </p:spPr>
              <p:txBody>
                <a:bodyPr wrap="square" rtlCol="0">
                  <a:spAutoFit/>
                </a:bodyPr>
                <a:lstStyle/>
                <a:p>
                  <a:pPr algn="ctr"/>
                  <a:r>
                    <a:rPr lang="en-US" sz="1200" b="1"/>
                    <a:t>USER</a:t>
                  </a:r>
                </a:p>
              </p:txBody>
            </p:sp>
          </p:grpSp>
        </p:grpSp>
        <p:grpSp>
          <p:nvGrpSpPr>
            <p:cNvPr id="69" name="Group 68">
              <a:extLst>
                <a:ext uri="{FF2B5EF4-FFF2-40B4-BE49-F238E27FC236}">
                  <a16:creationId xmlns:a16="http://schemas.microsoft.com/office/drawing/2014/main" id="{E75E00F8-DE1D-817D-E87B-01536F1C2D65}"/>
                </a:ext>
              </a:extLst>
            </p:cNvPr>
            <p:cNvGrpSpPr/>
            <p:nvPr/>
          </p:nvGrpSpPr>
          <p:grpSpPr>
            <a:xfrm>
              <a:off x="895213" y="5030663"/>
              <a:ext cx="906256" cy="962670"/>
              <a:chOff x="773985" y="4969782"/>
              <a:chExt cx="1275018" cy="1354387"/>
            </a:xfrm>
          </p:grpSpPr>
          <p:sp>
            <p:nvSpPr>
              <p:cNvPr id="67" name="Rectangle 66">
                <a:extLst>
                  <a:ext uri="{FF2B5EF4-FFF2-40B4-BE49-F238E27FC236}">
                    <a16:creationId xmlns:a16="http://schemas.microsoft.com/office/drawing/2014/main" id="{0B83C6F7-A895-9044-2ACB-C710756F197A}"/>
                  </a:ext>
                </a:extLst>
              </p:cNvPr>
              <p:cNvSpPr/>
              <p:nvPr/>
            </p:nvSpPr>
            <p:spPr>
              <a:xfrm>
                <a:off x="974199" y="4969782"/>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79" name="Group 78">
                <a:extLst>
                  <a:ext uri="{FF2B5EF4-FFF2-40B4-BE49-F238E27FC236}">
                    <a16:creationId xmlns:a16="http://schemas.microsoft.com/office/drawing/2014/main" id="{AD70618C-2348-B7E6-B8F8-5E30D98C4999}"/>
                  </a:ext>
                </a:extLst>
              </p:cNvPr>
              <p:cNvGrpSpPr/>
              <p:nvPr/>
            </p:nvGrpSpPr>
            <p:grpSpPr>
              <a:xfrm>
                <a:off x="773985" y="5086224"/>
                <a:ext cx="1275018" cy="1237945"/>
                <a:chOff x="739203" y="1903031"/>
                <a:chExt cx="1275018" cy="1237945"/>
              </a:xfrm>
            </p:grpSpPr>
            <p:grpSp>
              <p:nvGrpSpPr>
                <p:cNvPr id="80" name="Group 79">
                  <a:extLst>
                    <a:ext uri="{FF2B5EF4-FFF2-40B4-BE49-F238E27FC236}">
                      <a16:creationId xmlns:a16="http://schemas.microsoft.com/office/drawing/2014/main" id="{A5BFC085-3E0F-9267-518A-BC347BEC29A9}"/>
                    </a:ext>
                  </a:extLst>
                </p:cNvPr>
                <p:cNvGrpSpPr/>
                <p:nvPr/>
              </p:nvGrpSpPr>
              <p:grpSpPr>
                <a:xfrm>
                  <a:off x="1129951" y="1903031"/>
                  <a:ext cx="493522" cy="848233"/>
                  <a:chOff x="1044226" y="1792224"/>
                  <a:chExt cx="493522" cy="848233"/>
                </a:xfrm>
              </p:grpSpPr>
              <p:sp>
                <p:nvSpPr>
                  <p:cNvPr id="82" name="Oval 81">
                    <a:extLst>
                      <a:ext uri="{FF2B5EF4-FFF2-40B4-BE49-F238E27FC236}">
                        <a16:creationId xmlns:a16="http://schemas.microsoft.com/office/drawing/2014/main" id="{DBD44178-DFB2-4C2E-38E9-69A4FDCE1322}"/>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83" name="Straight Connector 82">
                    <a:extLst>
                      <a:ext uri="{FF2B5EF4-FFF2-40B4-BE49-F238E27FC236}">
                        <a16:creationId xmlns:a16="http://schemas.microsoft.com/office/drawing/2014/main" id="{5D901799-51C6-8D66-65B7-7A44FE759969}"/>
                      </a:ext>
                    </a:extLst>
                  </p:cNvPr>
                  <p:cNvCxnSpPr>
                    <a:cxnSpLocks/>
                    <a:stCxn id="82"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5D62609-0327-39E4-1F72-17C0354B3C43}"/>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6741102-2A12-8E56-5AAC-BD117E546990}"/>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E9132D7-6210-39C7-9DCE-81026F70598E}"/>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TextBox 80">
                  <a:extLst>
                    <a:ext uri="{FF2B5EF4-FFF2-40B4-BE49-F238E27FC236}">
                      <a16:creationId xmlns:a16="http://schemas.microsoft.com/office/drawing/2014/main" id="{44FD8BFC-1A9A-66E4-EBB5-CF9A1F302338}"/>
                    </a:ext>
                  </a:extLst>
                </p:cNvPr>
                <p:cNvSpPr txBox="1"/>
                <p:nvPr/>
              </p:nvSpPr>
              <p:spPr>
                <a:xfrm>
                  <a:off x="739203" y="2751264"/>
                  <a:ext cx="1275018" cy="389712"/>
                </a:xfrm>
                <a:prstGeom prst="rect">
                  <a:avLst/>
                </a:prstGeom>
                <a:noFill/>
              </p:spPr>
              <p:txBody>
                <a:bodyPr wrap="square" rtlCol="0">
                  <a:spAutoFit/>
                </a:bodyPr>
                <a:lstStyle/>
                <a:p>
                  <a:pPr algn="ctr"/>
                  <a:r>
                    <a:rPr lang="en-US" sz="1200" b="1"/>
                    <a:t>MEMBER</a:t>
                  </a:r>
                </a:p>
              </p:txBody>
            </p:sp>
          </p:grpSp>
        </p:grpSp>
        <p:sp>
          <p:nvSpPr>
            <p:cNvPr id="60" name="Rectangle 59">
              <a:extLst>
                <a:ext uri="{FF2B5EF4-FFF2-40B4-BE49-F238E27FC236}">
                  <a16:creationId xmlns:a16="http://schemas.microsoft.com/office/drawing/2014/main" id="{0BE4B715-E602-7EBA-8871-7680DFE4B9B9}"/>
                </a:ext>
              </a:extLst>
            </p:cNvPr>
            <p:cNvSpPr/>
            <p:nvPr/>
          </p:nvSpPr>
          <p:spPr>
            <a:xfrm>
              <a:off x="2766507" y="1039559"/>
              <a:ext cx="3823975" cy="49047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 name="Oval 4">
              <a:extLst>
                <a:ext uri="{FF2B5EF4-FFF2-40B4-BE49-F238E27FC236}">
                  <a16:creationId xmlns:a16="http://schemas.microsoft.com/office/drawing/2014/main" id="{07EEA553-123A-4E52-E1E7-F4A597CD5AC9}"/>
                </a:ext>
              </a:extLst>
            </p:cNvPr>
            <p:cNvSpPr/>
            <p:nvPr/>
          </p:nvSpPr>
          <p:spPr>
            <a:xfrm>
              <a:off x="3298554" y="3189812"/>
              <a:ext cx="2549543" cy="478376"/>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Quản lý dự án</a:t>
              </a:r>
            </a:p>
          </p:txBody>
        </p:sp>
        <p:sp>
          <p:nvSpPr>
            <p:cNvPr id="6" name="Oval 5">
              <a:extLst>
                <a:ext uri="{FF2B5EF4-FFF2-40B4-BE49-F238E27FC236}">
                  <a16:creationId xmlns:a16="http://schemas.microsoft.com/office/drawing/2014/main" id="{0590BEEA-E7C3-B168-0FF6-C9086AE5E121}"/>
                </a:ext>
              </a:extLst>
            </p:cNvPr>
            <p:cNvSpPr/>
            <p:nvPr/>
          </p:nvSpPr>
          <p:spPr>
            <a:xfrm>
              <a:off x="3288440" y="4493708"/>
              <a:ext cx="2549543" cy="531744"/>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Quản lý công việc</a:t>
              </a:r>
            </a:p>
          </p:txBody>
        </p:sp>
        <p:sp>
          <p:nvSpPr>
            <p:cNvPr id="7" name="Oval 6">
              <a:extLst>
                <a:ext uri="{FF2B5EF4-FFF2-40B4-BE49-F238E27FC236}">
                  <a16:creationId xmlns:a16="http://schemas.microsoft.com/office/drawing/2014/main" id="{96115C51-26A9-020C-0224-50620D386865}"/>
                </a:ext>
              </a:extLst>
            </p:cNvPr>
            <p:cNvSpPr/>
            <p:nvPr/>
          </p:nvSpPr>
          <p:spPr>
            <a:xfrm>
              <a:off x="3295904" y="2616385"/>
              <a:ext cx="2549544" cy="478750"/>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Quản lý thành viên</a:t>
              </a:r>
            </a:p>
          </p:txBody>
        </p:sp>
        <p:sp>
          <p:nvSpPr>
            <p:cNvPr id="62" name="TextBox 61">
              <a:extLst>
                <a:ext uri="{FF2B5EF4-FFF2-40B4-BE49-F238E27FC236}">
                  <a16:creationId xmlns:a16="http://schemas.microsoft.com/office/drawing/2014/main" id="{134B7F5D-EB15-37D6-B9E9-E33CF050FFA9}"/>
                </a:ext>
              </a:extLst>
            </p:cNvPr>
            <p:cNvSpPr txBox="1"/>
            <p:nvPr/>
          </p:nvSpPr>
          <p:spPr>
            <a:xfrm>
              <a:off x="3483590" y="1032302"/>
              <a:ext cx="2212867" cy="369332"/>
            </a:xfrm>
            <a:prstGeom prst="rect">
              <a:avLst/>
            </a:prstGeom>
            <a:noFill/>
          </p:spPr>
          <p:txBody>
            <a:bodyPr wrap="square" rtlCol="0">
              <a:spAutoFit/>
            </a:bodyPr>
            <a:lstStyle/>
            <a:p>
              <a:pPr algn="ctr"/>
              <a:r>
                <a:rPr lang="en-US" b="1" i="1"/>
                <a:t>TaskTracker</a:t>
              </a:r>
            </a:p>
          </p:txBody>
        </p:sp>
        <p:sp>
          <p:nvSpPr>
            <p:cNvPr id="47" name="Oval 46">
              <a:extLst>
                <a:ext uri="{FF2B5EF4-FFF2-40B4-BE49-F238E27FC236}">
                  <a16:creationId xmlns:a16="http://schemas.microsoft.com/office/drawing/2014/main" id="{F175270C-7303-177B-DA61-5EDB5055D1E4}"/>
                </a:ext>
              </a:extLst>
            </p:cNvPr>
            <p:cNvSpPr/>
            <p:nvPr/>
          </p:nvSpPr>
          <p:spPr>
            <a:xfrm>
              <a:off x="3133135" y="2088445"/>
              <a:ext cx="1456887" cy="387390"/>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Tạo dự án</a:t>
              </a:r>
            </a:p>
          </p:txBody>
        </p:sp>
        <p:sp>
          <p:nvSpPr>
            <p:cNvPr id="71" name="Oval 70">
              <a:extLst>
                <a:ext uri="{FF2B5EF4-FFF2-40B4-BE49-F238E27FC236}">
                  <a16:creationId xmlns:a16="http://schemas.microsoft.com/office/drawing/2014/main" id="{AA24DFBD-6213-6C91-6A1A-3873E1F74DA1}"/>
                </a:ext>
              </a:extLst>
            </p:cNvPr>
            <p:cNvSpPr/>
            <p:nvPr/>
          </p:nvSpPr>
          <p:spPr>
            <a:xfrm>
              <a:off x="4687360" y="5237957"/>
              <a:ext cx="1781345" cy="478377"/>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Gửi thông báo</a:t>
              </a:r>
            </a:p>
          </p:txBody>
        </p:sp>
        <p:sp>
          <p:nvSpPr>
            <p:cNvPr id="76" name="Oval 75">
              <a:extLst>
                <a:ext uri="{FF2B5EF4-FFF2-40B4-BE49-F238E27FC236}">
                  <a16:creationId xmlns:a16="http://schemas.microsoft.com/office/drawing/2014/main" id="{02567A5A-D09F-CA1F-0AD0-728261F9701B}"/>
                </a:ext>
              </a:extLst>
            </p:cNvPr>
            <p:cNvSpPr/>
            <p:nvPr/>
          </p:nvSpPr>
          <p:spPr>
            <a:xfrm>
              <a:off x="3288441" y="3846512"/>
              <a:ext cx="2549543" cy="531744"/>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Quản lý báo cáo công việc</a:t>
              </a:r>
            </a:p>
          </p:txBody>
        </p:sp>
        <p:sp>
          <p:nvSpPr>
            <p:cNvPr id="87" name="Oval 86">
              <a:extLst>
                <a:ext uri="{FF2B5EF4-FFF2-40B4-BE49-F238E27FC236}">
                  <a16:creationId xmlns:a16="http://schemas.microsoft.com/office/drawing/2014/main" id="{A10E92B9-0085-0FC1-DF09-14467C9B2691}"/>
                </a:ext>
              </a:extLst>
            </p:cNvPr>
            <p:cNvSpPr/>
            <p:nvPr/>
          </p:nvSpPr>
          <p:spPr>
            <a:xfrm>
              <a:off x="3206539" y="5237958"/>
              <a:ext cx="1429927" cy="478376"/>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Rời dự án</a:t>
              </a:r>
            </a:p>
          </p:txBody>
        </p:sp>
        <p:cxnSp>
          <p:nvCxnSpPr>
            <p:cNvPr id="89" name="Straight Connector 88">
              <a:extLst>
                <a:ext uri="{FF2B5EF4-FFF2-40B4-BE49-F238E27FC236}">
                  <a16:creationId xmlns:a16="http://schemas.microsoft.com/office/drawing/2014/main" id="{2F5F7179-EAF4-0906-9B1A-7C08BF26C150}"/>
                </a:ext>
              </a:extLst>
            </p:cNvPr>
            <p:cNvCxnSpPr>
              <a:cxnSpLocks/>
              <a:stCxn id="59" idx="3"/>
              <a:endCxn id="47" idx="2"/>
            </p:cNvCxnSpPr>
            <p:nvPr/>
          </p:nvCxnSpPr>
          <p:spPr>
            <a:xfrm>
              <a:off x="1825916" y="1889966"/>
              <a:ext cx="1307219" cy="3921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066D7AE7-39F4-50CA-7E6B-EBA277FABFFF}"/>
                </a:ext>
              </a:extLst>
            </p:cNvPr>
            <p:cNvCxnSpPr>
              <a:cxnSpLocks/>
              <a:stCxn id="45" idx="3"/>
              <a:endCxn id="7" idx="2"/>
            </p:cNvCxnSpPr>
            <p:nvPr/>
          </p:nvCxnSpPr>
          <p:spPr>
            <a:xfrm>
              <a:off x="2571461" y="2847118"/>
              <a:ext cx="724443" cy="86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C76A861-94BF-0280-86B3-81E821EC722F}"/>
                </a:ext>
              </a:extLst>
            </p:cNvPr>
            <p:cNvCxnSpPr>
              <a:cxnSpLocks/>
              <a:stCxn id="45" idx="3"/>
              <a:endCxn id="5" idx="2"/>
            </p:cNvCxnSpPr>
            <p:nvPr/>
          </p:nvCxnSpPr>
          <p:spPr>
            <a:xfrm>
              <a:off x="2571461" y="2847118"/>
              <a:ext cx="727093" cy="58188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F178FBCF-EBDE-D7E2-CF40-39375A59D3AD}"/>
                </a:ext>
              </a:extLst>
            </p:cNvPr>
            <p:cNvCxnSpPr>
              <a:cxnSpLocks/>
              <a:stCxn id="66" idx="3"/>
              <a:endCxn id="6" idx="2"/>
            </p:cNvCxnSpPr>
            <p:nvPr/>
          </p:nvCxnSpPr>
          <p:spPr>
            <a:xfrm>
              <a:off x="2294461" y="4109200"/>
              <a:ext cx="993979" cy="6503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667B5B4-D936-6F2C-5B1A-E09F65EF31EA}"/>
                </a:ext>
              </a:extLst>
            </p:cNvPr>
            <p:cNvCxnSpPr>
              <a:cxnSpLocks/>
              <a:stCxn id="67" idx="3"/>
              <a:endCxn id="87" idx="2"/>
            </p:cNvCxnSpPr>
            <p:nvPr/>
          </p:nvCxnSpPr>
          <p:spPr>
            <a:xfrm flipV="1">
              <a:off x="1650325" y="5477146"/>
              <a:ext cx="1556214" cy="10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6FD7560-FE0E-EFCD-7317-EB63E94DE84F}"/>
                </a:ext>
              </a:extLst>
            </p:cNvPr>
            <p:cNvCxnSpPr>
              <a:cxnSpLocks/>
              <a:stCxn id="76" idx="2"/>
              <a:endCxn id="66" idx="3"/>
            </p:cNvCxnSpPr>
            <p:nvPr/>
          </p:nvCxnSpPr>
          <p:spPr>
            <a:xfrm flipH="1" flipV="1">
              <a:off x="2294461" y="4109200"/>
              <a:ext cx="993980" cy="31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EFA484CF-DF6D-9CD1-903C-CE42822146A1}"/>
                </a:ext>
              </a:extLst>
            </p:cNvPr>
            <p:cNvCxnSpPr>
              <a:cxnSpLocks/>
              <a:stCxn id="71" idx="6"/>
              <a:endCxn id="173" idx="1"/>
            </p:cNvCxnSpPr>
            <p:nvPr/>
          </p:nvCxnSpPr>
          <p:spPr>
            <a:xfrm flipV="1">
              <a:off x="6468705" y="5472623"/>
              <a:ext cx="687856" cy="45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2" name="Group 171">
              <a:extLst>
                <a:ext uri="{FF2B5EF4-FFF2-40B4-BE49-F238E27FC236}">
                  <a16:creationId xmlns:a16="http://schemas.microsoft.com/office/drawing/2014/main" id="{F8688C44-6009-D880-39E6-5C2F1743305E}"/>
                </a:ext>
              </a:extLst>
            </p:cNvPr>
            <p:cNvGrpSpPr/>
            <p:nvPr/>
          </p:nvGrpSpPr>
          <p:grpSpPr>
            <a:xfrm>
              <a:off x="7105667" y="5015778"/>
              <a:ext cx="697327" cy="943460"/>
              <a:chOff x="894548" y="2809411"/>
              <a:chExt cx="981075" cy="1327361"/>
            </a:xfrm>
          </p:grpSpPr>
          <p:sp>
            <p:nvSpPr>
              <p:cNvPr id="173" name="Rectangle 172">
                <a:extLst>
                  <a:ext uri="{FF2B5EF4-FFF2-40B4-BE49-F238E27FC236}">
                    <a16:creationId xmlns:a16="http://schemas.microsoft.com/office/drawing/2014/main" id="{7CFD4ABD-11AA-BBB4-D25E-3850E2711523}"/>
                  </a:ext>
                </a:extLst>
              </p:cNvPr>
              <p:cNvSpPr/>
              <p:nvPr/>
            </p:nvSpPr>
            <p:spPr>
              <a:xfrm>
                <a:off x="966151" y="2809411"/>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174" name="Group 173">
                <a:extLst>
                  <a:ext uri="{FF2B5EF4-FFF2-40B4-BE49-F238E27FC236}">
                    <a16:creationId xmlns:a16="http://schemas.microsoft.com/office/drawing/2014/main" id="{AC38E7E7-4A76-FEC1-B9C5-BAC9A8E0C2E2}"/>
                  </a:ext>
                </a:extLst>
              </p:cNvPr>
              <p:cNvGrpSpPr/>
              <p:nvPr/>
            </p:nvGrpSpPr>
            <p:grpSpPr>
              <a:xfrm>
                <a:off x="894548" y="2898827"/>
                <a:ext cx="981075" cy="1237945"/>
                <a:chOff x="886174" y="1903031"/>
                <a:chExt cx="981075" cy="1237945"/>
              </a:xfrm>
            </p:grpSpPr>
            <p:grpSp>
              <p:nvGrpSpPr>
                <p:cNvPr id="175" name="Group 174">
                  <a:extLst>
                    <a:ext uri="{FF2B5EF4-FFF2-40B4-BE49-F238E27FC236}">
                      <a16:creationId xmlns:a16="http://schemas.microsoft.com/office/drawing/2014/main" id="{4E86F2AA-4198-7D80-C3B3-A779814CC8DD}"/>
                    </a:ext>
                  </a:extLst>
                </p:cNvPr>
                <p:cNvGrpSpPr/>
                <p:nvPr/>
              </p:nvGrpSpPr>
              <p:grpSpPr>
                <a:xfrm>
                  <a:off x="1129951" y="1903031"/>
                  <a:ext cx="493522" cy="848233"/>
                  <a:chOff x="1044226" y="1792224"/>
                  <a:chExt cx="493522" cy="848233"/>
                </a:xfrm>
              </p:grpSpPr>
              <p:sp>
                <p:nvSpPr>
                  <p:cNvPr id="177" name="Oval 176">
                    <a:extLst>
                      <a:ext uri="{FF2B5EF4-FFF2-40B4-BE49-F238E27FC236}">
                        <a16:creationId xmlns:a16="http://schemas.microsoft.com/office/drawing/2014/main" id="{704D2EFE-1EF4-C5FD-5AD6-F10346256F97}"/>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178" name="Straight Connector 177">
                    <a:extLst>
                      <a:ext uri="{FF2B5EF4-FFF2-40B4-BE49-F238E27FC236}">
                        <a16:creationId xmlns:a16="http://schemas.microsoft.com/office/drawing/2014/main" id="{330BF764-1D16-BDD5-CA7E-150224F7EBFE}"/>
                      </a:ext>
                    </a:extLst>
                  </p:cNvPr>
                  <p:cNvCxnSpPr>
                    <a:cxnSpLocks/>
                    <a:stCxn id="177"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EEEE8BC-A600-AD28-B91E-00FCBCB20D27}"/>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89DC772-CD0B-6A40-7C4B-CEBBE9E88E43}"/>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47A0A2A0-897F-CCE3-FF89-37B15B7DBF24}"/>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6" name="TextBox 175">
                  <a:extLst>
                    <a:ext uri="{FF2B5EF4-FFF2-40B4-BE49-F238E27FC236}">
                      <a16:creationId xmlns:a16="http://schemas.microsoft.com/office/drawing/2014/main" id="{482C2887-5559-8082-A886-8423E524621E}"/>
                    </a:ext>
                  </a:extLst>
                </p:cNvPr>
                <p:cNvSpPr txBox="1"/>
                <p:nvPr/>
              </p:nvSpPr>
              <p:spPr>
                <a:xfrm>
                  <a:off x="886174" y="2751264"/>
                  <a:ext cx="981075" cy="389712"/>
                </a:xfrm>
                <a:prstGeom prst="rect">
                  <a:avLst/>
                </a:prstGeom>
                <a:noFill/>
              </p:spPr>
              <p:txBody>
                <a:bodyPr wrap="square" rtlCol="0">
                  <a:spAutoFit/>
                </a:bodyPr>
                <a:lstStyle/>
                <a:p>
                  <a:pPr algn="ctr"/>
                  <a:r>
                    <a:rPr lang="en-US" sz="1200" b="1"/>
                    <a:t>STMP</a:t>
                  </a:r>
                </a:p>
              </p:txBody>
            </p:sp>
          </p:grpSp>
        </p:grpSp>
        <p:cxnSp>
          <p:nvCxnSpPr>
            <p:cNvPr id="189" name="Straight Connector 188">
              <a:extLst>
                <a:ext uri="{FF2B5EF4-FFF2-40B4-BE49-F238E27FC236}">
                  <a16:creationId xmlns:a16="http://schemas.microsoft.com/office/drawing/2014/main" id="{BE532210-E856-AD6E-FD52-AC969369B9BC}"/>
                </a:ext>
              </a:extLst>
            </p:cNvPr>
            <p:cNvCxnSpPr>
              <a:cxnSpLocks/>
              <a:stCxn id="45" idx="3"/>
              <a:endCxn id="6" idx="2"/>
            </p:cNvCxnSpPr>
            <p:nvPr/>
          </p:nvCxnSpPr>
          <p:spPr>
            <a:xfrm>
              <a:off x="2571461" y="2847118"/>
              <a:ext cx="716979" cy="1912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AD67081D-1DDB-B0A2-069B-8E382B8B3EC5}"/>
                </a:ext>
              </a:extLst>
            </p:cNvPr>
            <p:cNvCxnSpPr>
              <a:cxnSpLocks/>
              <a:stCxn id="45" idx="3"/>
              <a:endCxn id="76" idx="2"/>
            </p:cNvCxnSpPr>
            <p:nvPr/>
          </p:nvCxnSpPr>
          <p:spPr>
            <a:xfrm>
              <a:off x="2571461" y="2847118"/>
              <a:ext cx="716980" cy="12652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A95ECC5-AC5E-F6AB-6478-BAB43B48F85A}"/>
                </a:ext>
              </a:extLst>
            </p:cNvPr>
            <p:cNvCxnSpPr>
              <a:cxnSpLocks/>
              <a:stCxn id="67" idx="3"/>
              <a:endCxn id="76" idx="2"/>
            </p:cNvCxnSpPr>
            <p:nvPr/>
          </p:nvCxnSpPr>
          <p:spPr>
            <a:xfrm flipV="1">
              <a:off x="1650325" y="4112384"/>
              <a:ext cx="1638116" cy="13751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46397099-F932-F991-3B94-611671A7E496}"/>
                </a:ext>
              </a:extLst>
            </p:cNvPr>
            <p:cNvCxnSpPr>
              <a:cxnSpLocks/>
              <a:stCxn id="66" idx="3"/>
              <a:endCxn id="87" idx="2"/>
            </p:cNvCxnSpPr>
            <p:nvPr/>
          </p:nvCxnSpPr>
          <p:spPr>
            <a:xfrm>
              <a:off x="2294461" y="4109200"/>
              <a:ext cx="912078" cy="13679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88A9E947-99BC-3E46-A98B-A7F48B427FAD}"/>
                </a:ext>
              </a:extLst>
            </p:cNvPr>
            <p:cNvCxnSpPr>
              <a:cxnSpLocks/>
            </p:cNvCxnSpPr>
            <p:nvPr/>
          </p:nvCxnSpPr>
          <p:spPr>
            <a:xfrm flipH="1">
              <a:off x="1392008" y="2466168"/>
              <a:ext cx="94604" cy="2416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D95EA319-9FAA-9E96-2157-6A28E8ACAA59}"/>
                </a:ext>
              </a:extLst>
            </p:cNvPr>
            <p:cNvCxnSpPr>
              <a:cxnSpLocks/>
            </p:cNvCxnSpPr>
            <p:nvPr/>
          </p:nvCxnSpPr>
          <p:spPr>
            <a:xfrm>
              <a:off x="1699938" y="2486540"/>
              <a:ext cx="193217" cy="1139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E2ABE600-EE5A-E8B2-07C0-AC190DA67DB9}"/>
                </a:ext>
              </a:extLst>
            </p:cNvPr>
            <p:cNvCxnSpPr>
              <a:cxnSpLocks/>
            </p:cNvCxnSpPr>
            <p:nvPr/>
          </p:nvCxnSpPr>
          <p:spPr>
            <a:xfrm>
              <a:off x="1859546" y="2337469"/>
              <a:ext cx="182058" cy="139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Isosceles Triangle 227">
              <a:extLst>
                <a:ext uri="{FF2B5EF4-FFF2-40B4-BE49-F238E27FC236}">
                  <a16:creationId xmlns:a16="http://schemas.microsoft.com/office/drawing/2014/main" id="{33F0E26F-9AF9-4D1C-863E-B9E10193B9E6}"/>
                </a:ext>
              </a:extLst>
            </p:cNvPr>
            <p:cNvSpPr/>
            <p:nvPr/>
          </p:nvSpPr>
          <p:spPr>
            <a:xfrm rot="233028">
              <a:off x="1391882" y="2398354"/>
              <a:ext cx="204788" cy="176541"/>
            </a:xfrm>
            <a:prstGeom prst="triangl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Isosceles Triangle 228">
              <a:extLst>
                <a:ext uri="{FF2B5EF4-FFF2-40B4-BE49-F238E27FC236}">
                  <a16:creationId xmlns:a16="http://schemas.microsoft.com/office/drawing/2014/main" id="{365B652C-C095-43DC-8DB1-3DC52AF45AB3}"/>
                </a:ext>
              </a:extLst>
            </p:cNvPr>
            <p:cNvSpPr/>
            <p:nvPr/>
          </p:nvSpPr>
          <p:spPr>
            <a:xfrm rot="21145628">
              <a:off x="1611388" y="2477142"/>
              <a:ext cx="204788" cy="176541"/>
            </a:xfrm>
            <a:prstGeom prst="triangl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Isosceles Triangle 229">
              <a:extLst>
                <a:ext uri="{FF2B5EF4-FFF2-40B4-BE49-F238E27FC236}">
                  <a16:creationId xmlns:a16="http://schemas.microsoft.com/office/drawing/2014/main" id="{49075AA2-05D8-F25C-CA68-D755A2B1243E}"/>
                </a:ext>
              </a:extLst>
            </p:cNvPr>
            <p:cNvSpPr/>
            <p:nvPr/>
          </p:nvSpPr>
          <p:spPr>
            <a:xfrm rot="18520852">
              <a:off x="1754572" y="2243382"/>
              <a:ext cx="204788" cy="176541"/>
            </a:xfrm>
            <a:prstGeom prst="triangle">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7" name="Group 246">
              <a:extLst>
                <a:ext uri="{FF2B5EF4-FFF2-40B4-BE49-F238E27FC236}">
                  <a16:creationId xmlns:a16="http://schemas.microsoft.com/office/drawing/2014/main" id="{1A74397C-AF6F-74FE-61EA-4CDA33851754}"/>
                </a:ext>
              </a:extLst>
            </p:cNvPr>
            <p:cNvGrpSpPr/>
            <p:nvPr/>
          </p:nvGrpSpPr>
          <p:grpSpPr>
            <a:xfrm>
              <a:off x="6864987" y="3439502"/>
              <a:ext cx="1547940" cy="1576276"/>
              <a:chOff x="6791599" y="2428800"/>
              <a:chExt cx="1547940" cy="1576276"/>
            </a:xfrm>
          </p:grpSpPr>
          <p:sp>
            <p:nvSpPr>
              <p:cNvPr id="233" name="Flowchart: Card 232">
                <a:extLst>
                  <a:ext uri="{FF2B5EF4-FFF2-40B4-BE49-F238E27FC236}">
                    <a16:creationId xmlns:a16="http://schemas.microsoft.com/office/drawing/2014/main" id="{B2B40790-2C8A-0778-9503-3E4679F76768}"/>
                  </a:ext>
                </a:extLst>
              </p:cNvPr>
              <p:cNvSpPr/>
              <p:nvPr/>
            </p:nvSpPr>
            <p:spPr>
              <a:xfrm>
                <a:off x="6791599" y="2428800"/>
                <a:ext cx="1547940" cy="1576276"/>
              </a:xfrm>
              <a:prstGeom prst="flowChartPunchedCard">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000" b="1">
                  <a:solidFill>
                    <a:schemeClr val="tx1"/>
                  </a:solidFill>
                </a:endParaRPr>
              </a:p>
              <a:p>
                <a:pPr algn="just"/>
                <a:r>
                  <a:rPr lang="vi-VN" sz="1000" b="1">
                    <a:solidFill>
                      <a:schemeClr val="tx1"/>
                    </a:solidFill>
                  </a:rPr>
                  <a:t>Use case này được kích hoạt tự động</a:t>
                </a:r>
                <a:r>
                  <a:rPr lang="en-US" sz="1000" b="1">
                    <a:solidFill>
                      <a:schemeClr val="tx1"/>
                    </a:solidFill>
                  </a:rPr>
                  <a:t> </a:t>
                </a:r>
                <a:r>
                  <a:rPr lang="vi-VN" sz="1000" b="1">
                    <a:solidFill>
                      <a:schemeClr val="tx1"/>
                    </a:solidFill>
                  </a:rPr>
                  <a:t>bởi hệ thống khi đến hạn công việc</a:t>
                </a:r>
                <a:r>
                  <a:rPr lang="en-US" sz="1000" b="1">
                    <a:solidFill>
                      <a:schemeClr val="tx1"/>
                    </a:solidFill>
                  </a:rPr>
                  <a:t>. </a:t>
                </a:r>
                <a:r>
                  <a:rPr lang="vi-VN" sz="1000" b="1">
                    <a:solidFill>
                      <a:schemeClr val="tx1"/>
                    </a:solidFill>
                  </a:rPr>
                  <a:t>Không có tác nhân người dùng trực tiếp.</a:t>
                </a:r>
              </a:p>
              <a:p>
                <a:pPr algn="just"/>
                <a:endParaRPr lang="en-US" sz="1000" b="1">
                  <a:solidFill>
                    <a:schemeClr val="tx1"/>
                  </a:solidFill>
                </a:endParaRPr>
              </a:p>
            </p:txBody>
          </p:sp>
          <p:cxnSp>
            <p:nvCxnSpPr>
              <p:cNvPr id="237" name="Straight Connector 236">
                <a:extLst>
                  <a:ext uri="{FF2B5EF4-FFF2-40B4-BE49-F238E27FC236}">
                    <a16:creationId xmlns:a16="http://schemas.microsoft.com/office/drawing/2014/main" id="{C35B3A01-3C99-955D-B94A-F61A9B662C29}"/>
                  </a:ext>
                </a:extLst>
              </p:cNvPr>
              <p:cNvCxnSpPr>
                <a:cxnSpLocks/>
              </p:cNvCxnSpPr>
              <p:nvPr/>
            </p:nvCxnSpPr>
            <p:spPr>
              <a:xfrm>
                <a:off x="6791599" y="2750142"/>
                <a:ext cx="30770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6E931D64-F7C9-2B42-2A97-682E65099418}"/>
                  </a:ext>
                </a:extLst>
              </p:cNvPr>
              <p:cNvCxnSpPr>
                <a:cxnSpLocks/>
              </p:cNvCxnSpPr>
              <p:nvPr/>
            </p:nvCxnSpPr>
            <p:spPr>
              <a:xfrm flipV="1">
                <a:off x="7099952" y="2435150"/>
                <a:ext cx="0" cy="32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5" name="Straight Connector 244">
              <a:extLst>
                <a:ext uri="{FF2B5EF4-FFF2-40B4-BE49-F238E27FC236}">
                  <a16:creationId xmlns:a16="http://schemas.microsoft.com/office/drawing/2014/main" id="{D8ABC2D1-345A-F290-CDF0-B0B3907E94FB}"/>
                </a:ext>
              </a:extLst>
            </p:cNvPr>
            <p:cNvCxnSpPr>
              <a:cxnSpLocks/>
              <a:stCxn id="71" idx="0"/>
              <a:endCxn id="233" idx="1"/>
            </p:cNvCxnSpPr>
            <p:nvPr/>
          </p:nvCxnSpPr>
          <p:spPr>
            <a:xfrm flipV="1">
              <a:off x="5578033" y="4227640"/>
              <a:ext cx="1286954" cy="101031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84B2077D-20E3-2F6B-0C31-37D42B070DE9}"/>
                </a:ext>
              </a:extLst>
            </p:cNvPr>
            <p:cNvSpPr/>
            <p:nvPr/>
          </p:nvSpPr>
          <p:spPr>
            <a:xfrm>
              <a:off x="4636466" y="1702718"/>
              <a:ext cx="1479468" cy="401877"/>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Đăng nhập</a:t>
              </a:r>
            </a:p>
          </p:txBody>
        </p:sp>
        <p:cxnSp>
          <p:nvCxnSpPr>
            <p:cNvPr id="37" name="Straight Connector 36">
              <a:extLst>
                <a:ext uri="{FF2B5EF4-FFF2-40B4-BE49-F238E27FC236}">
                  <a16:creationId xmlns:a16="http://schemas.microsoft.com/office/drawing/2014/main" id="{5D927210-C51B-CE7D-9A52-A392C4FAAC6D}"/>
                </a:ext>
              </a:extLst>
            </p:cNvPr>
            <p:cNvCxnSpPr>
              <a:cxnSpLocks/>
              <a:stCxn id="59" idx="3"/>
              <a:endCxn id="4" idx="2"/>
            </p:cNvCxnSpPr>
            <p:nvPr/>
          </p:nvCxnSpPr>
          <p:spPr>
            <a:xfrm>
              <a:off x="1825916" y="1889966"/>
              <a:ext cx="2810550" cy="13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B73320CF-8838-1BAF-E5E7-76A9BF8E76C6}"/>
                </a:ext>
              </a:extLst>
            </p:cNvPr>
            <p:cNvGrpSpPr/>
            <p:nvPr/>
          </p:nvGrpSpPr>
          <p:grpSpPr>
            <a:xfrm>
              <a:off x="6951073" y="1446813"/>
              <a:ext cx="1073776" cy="943460"/>
              <a:chOff x="629734" y="2809411"/>
              <a:chExt cx="1510704" cy="1327361"/>
            </a:xfrm>
          </p:grpSpPr>
          <p:sp>
            <p:nvSpPr>
              <p:cNvPr id="74" name="Rectangle 73">
                <a:extLst>
                  <a:ext uri="{FF2B5EF4-FFF2-40B4-BE49-F238E27FC236}">
                    <a16:creationId xmlns:a16="http://schemas.microsoft.com/office/drawing/2014/main" id="{8D7248E6-E24A-3941-7ACD-0C0D974201A3}"/>
                  </a:ext>
                </a:extLst>
              </p:cNvPr>
              <p:cNvSpPr/>
              <p:nvPr/>
            </p:nvSpPr>
            <p:spPr>
              <a:xfrm>
                <a:off x="966151" y="2809411"/>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75" name="Group 74">
                <a:extLst>
                  <a:ext uri="{FF2B5EF4-FFF2-40B4-BE49-F238E27FC236}">
                    <a16:creationId xmlns:a16="http://schemas.microsoft.com/office/drawing/2014/main" id="{79E88B15-D8B5-F56C-9E5E-47F8DD63D9DB}"/>
                  </a:ext>
                </a:extLst>
              </p:cNvPr>
              <p:cNvGrpSpPr/>
              <p:nvPr/>
            </p:nvGrpSpPr>
            <p:grpSpPr>
              <a:xfrm>
                <a:off x="629734" y="2898827"/>
                <a:ext cx="1510704" cy="1237945"/>
                <a:chOff x="621360" y="1903031"/>
                <a:chExt cx="1510704" cy="1237945"/>
              </a:xfrm>
            </p:grpSpPr>
            <p:grpSp>
              <p:nvGrpSpPr>
                <p:cNvPr id="77" name="Group 76">
                  <a:extLst>
                    <a:ext uri="{FF2B5EF4-FFF2-40B4-BE49-F238E27FC236}">
                      <a16:creationId xmlns:a16="http://schemas.microsoft.com/office/drawing/2014/main" id="{D27E21CD-C379-06B6-7177-0983A362F5BB}"/>
                    </a:ext>
                  </a:extLst>
                </p:cNvPr>
                <p:cNvGrpSpPr/>
                <p:nvPr/>
              </p:nvGrpSpPr>
              <p:grpSpPr>
                <a:xfrm>
                  <a:off x="1129951" y="1903031"/>
                  <a:ext cx="493522" cy="848233"/>
                  <a:chOff x="1044226" y="1792224"/>
                  <a:chExt cx="493522" cy="848233"/>
                </a:xfrm>
              </p:grpSpPr>
              <p:sp>
                <p:nvSpPr>
                  <p:cNvPr id="88" name="Oval 87">
                    <a:extLst>
                      <a:ext uri="{FF2B5EF4-FFF2-40B4-BE49-F238E27FC236}">
                        <a16:creationId xmlns:a16="http://schemas.microsoft.com/office/drawing/2014/main" id="{E38E3E58-37B6-59EC-A513-6D91F978F6D3}"/>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91" name="Straight Connector 90">
                    <a:extLst>
                      <a:ext uri="{FF2B5EF4-FFF2-40B4-BE49-F238E27FC236}">
                        <a16:creationId xmlns:a16="http://schemas.microsoft.com/office/drawing/2014/main" id="{9B05C03F-B7E5-CD64-DB11-51057B3AFC42}"/>
                      </a:ext>
                    </a:extLst>
                  </p:cNvPr>
                  <p:cNvCxnSpPr>
                    <a:cxnSpLocks/>
                    <a:stCxn id="88"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5DE3B0C-7C5A-DE5C-A999-4A203B0B1F13}"/>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9943691-DDD4-9D33-170B-08F58AAA67AB}"/>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D35A493-C945-E72D-94A1-D846682E7D81}"/>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9DF718BB-5DD5-9718-4C52-51A17707158A}"/>
                    </a:ext>
                  </a:extLst>
                </p:cNvPr>
                <p:cNvSpPr txBox="1"/>
                <p:nvPr/>
              </p:nvSpPr>
              <p:spPr>
                <a:xfrm>
                  <a:off x="621360" y="2751264"/>
                  <a:ext cx="1510704" cy="389712"/>
                </a:xfrm>
                <a:prstGeom prst="rect">
                  <a:avLst/>
                </a:prstGeom>
                <a:noFill/>
              </p:spPr>
              <p:txBody>
                <a:bodyPr wrap="square" rtlCol="0">
                  <a:spAutoFit/>
                </a:bodyPr>
                <a:lstStyle/>
                <a:p>
                  <a:pPr algn="ctr"/>
                  <a:r>
                    <a:rPr lang="en-US" sz="1200" b="1"/>
                    <a:t>Firebase</a:t>
                  </a:r>
                </a:p>
              </p:txBody>
            </p:sp>
          </p:grpSp>
        </p:grpSp>
        <p:cxnSp>
          <p:nvCxnSpPr>
            <p:cNvPr id="96" name="Straight Connector 95">
              <a:extLst>
                <a:ext uri="{FF2B5EF4-FFF2-40B4-BE49-F238E27FC236}">
                  <a16:creationId xmlns:a16="http://schemas.microsoft.com/office/drawing/2014/main" id="{2D0C449F-2D10-9ABF-5C25-B9B10226EF0C}"/>
                </a:ext>
              </a:extLst>
            </p:cNvPr>
            <p:cNvCxnSpPr>
              <a:cxnSpLocks/>
              <a:stCxn id="4" idx="6"/>
              <a:endCxn id="74" idx="1"/>
            </p:cNvCxnSpPr>
            <p:nvPr/>
          </p:nvCxnSpPr>
          <p:spPr>
            <a:xfrm>
              <a:off x="6115934" y="1903657"/>
              <a:ext cx="1074257"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0FCBBAFA-2BB7-A832-188A-A7E7919280EC}"/>
                </a:ext>
              </a:extLst>
            </p:cNvPr>
            <p:cNvSpPr/>
            <p:nvPr/>
          </p:nvSpPr>
          <p:spPr>
            <a:xfrm>
              <a:off x="2989771" y="1409971"/>
              <a:ext cx="1479468" cy="401877"/>
            </a:xfrm>
            <a:prstGeom prst="ellipse">
              <a:avLst/>
            </a:prstGeom>
            <a:solidFill>
              <a:srgbClr val="FFFFC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Lato" panose="020F0502020204030203" pitchFamily="34" charset="0"/>
                  <a:ea typeface="Lato" panose="020F0502020204030203" pitchFamily="34" charset="0"/>
                  <a:cs typeface="Lato" panose="020F0502020204030203" pitchFamily="34" charset="0"/>
                </a:rPr>
                <a:t>Đăng xuất</a:t>
              </a:r>
            </a:p>
          </p:txBody>
        </p:sp>
        <p:cxnSp>
          <p:nvCxnSpPr>
            <p:cNvPr id="111" name="Straight Connector 110">
              <a:extLst>
                <a:ext uri="{FF2B5EF4-FFF2-40B4-BE49-F238E27FC236}">
                  <a16:creationId xmlns:a16="http://schemas.microsoft.com/office/drawing/2014/main" id="{976B34EE-2E4E-7D35-6036-E602E4007820}"/>
                </a:ext>
              </a:extLst>
            </p:cNvPr>
            <p:cNvCxnSpPr>
              <a:cxnSpLocks/>
              <a:stCxn id="59" idx="3"/>
              <a:endCxn id="108" idx="2"/>
            </p:cNvCxnSpPr>
            <p:nvPr/>
          </p:nvCxnSpPr>
          <p:spPr>
            <a:xfrm flipV="1">
              <a:off x="1825916" y="1610910"/>
              <a:ext cx="1163855" cy="2790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00B9558C-46F1-68A2-D467-9B674AF9FE10}"/>
                </a:ext>
              </a:extLst>
            </p:cNvPr>
            <p:cNvGrpSpPr/>
            <p:nvPr/>
          </p:nvGrpSpPr>
          <p:grpSpPr>
            <a:xfrm>
              <a:off x="6982510" y="2413090"/>
              <a:ext cx="1073776" cy="943460"/>
              <a:chOff x="629734" y="2809411"/>
              <a:chExt cx="1510704" cy="1327361"/>
            </a:xfrm>
          </p:grpSpPr>
          <p:sp>
            <p:nvSpPr>
              <p:cNvPr id="35" name="Rectangle 34">
                <a:extLst>
                  <a:ext uri="{FF2B5EF4-FFF2-40B4-BE49-F238E27FC236}">
                    <a16:creationId xmlns:a16="http://schemas.microsoft.com/office/drawing/2014/main" id="{77ECB8B7-14F6-7ABE-89FD-959BE755C13E}"/>
                  </a:ext>
                </a:extLst>
              </p:cNvPr>
              <p:cNvSpPr/>
              <p:nvPr/>
            </p:nvSpPr>
            <p:spPr>
              <a:xfrm>
                <a:off x="966151" y="2809411"/>
                <a:ext cx="862158" cy="12854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grpSp>
            <p:nvGrpSpPr>
              <p:cNvPr id="36" name="Group 35">
                <a:extLst>
                  <a:ext uri="{FF2B5EF4-FFF2-40B4-BE49-F238E27FC236}">
                    <a16:creationId xmlns:a16="http://schemas.microsoft.com/office/drawing/2014/main" id="{BB6DBBE0-FE9E-E91A-ECDD-B9F96370506F}"/>
                  </a:ext>
                </a:extLst>
              </p:cNvPr>
              <p:cNvGrpSpPr/>
              <p:nvPr/>
            </p:nvGrpSpPr>
            <p:grpSpPr>
              <a:xfrm>
                <a:off x="629734" y="2898827"/>
                <a:ext cx="1510704" cy="1237945"/>
                <a:chOff x="621360" y="1903031"/>
                <a:chExt cx="1510704" cy="1237945"/>
              </a:xfrm>
            </p:grpSpPr>
            <p:grpSp>
              <p:nvGrpSpPr>
                <p:cNvPr id="38" name="Group 37">
                  <a:extLst>
                    <a:ext uri="{FF2B5EF4-FFF2-40B4-BE49-F238E27FC236}">
                      <a16:creationId xmlns:a16="http://schemas.microsoft.com/office/drawing/2014/main" id="{67FFC290-F63E-51D8-03D7-97DA7B437917}"/>
                    </a:ext>
                  </a:extLst>
                </p:cNvPr>
                <p:cNvGrpSpPr/>
                <p:nvPr/>
              </p:nvGrpSpPr>
              <p:grpSpPr>
                <a:xfrm>
                  <a:off x="1129951" y="1903031"/>
                  <a:ext cx="493522" cy="848233"/>
                  <a:chOff x="1044226" y="1792224"/>
                  <a:chExt cx="493522" cy="848233"/>
                </a:xfrm>
              </p:grpSpPr>
              <p:sp>
                <p:nvSpPr>
                  <p:cNvPr id="40" name="Oval 39">
                    <a:extLst>
                      <a:ext uri="{FF2B5EF4-FFF2-40B4-BE49-F238E27FC236}">
                        <a16:creationId xmlns:a16="http://schemas.microsoft.com/office/drawing/2014/main" id="{8EA08A37-02C5-A74D-2E06-43C540D7FF6D}"/>
                      </a:ext>
                    </a:extLst>
                  </p:cNvPr>
                  <p:cNvSpPr/>
                  <p:nvPr/>
                </p:nvSpPr>
                <p:spPr>
                  <a:xfrm>
                    <a:off x="1106424" y="1792224"/>
                    <a:ext cx="374904" cy="374904"/>
                  </a:xfrm>
                  <a:prstGeom prst="ellipse">
                    <a:avLst/>
                  </a:prstGeom>
                  <a:solidFill>
                    <a:srgbClr val="FFFFCC"/>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a:p>
                </p:txBody>
              </p:sp>
              <p:cxnSp>
                <p:nvCxnSpPr>
                  <p:cNvPr id="41" name="Straight Connector 40">
                    <a:extLst>
                      <a:ext uri="{FF2B5EF4-FFF2-40B4-BE49-F238E27FC236}">
                        <a16:creationId xmlns:a16="http://schemas.microsoft.com/office/drawing/2014/main" id="{976F9F33-6257-25C0-7797-C3AECF5499F0}"/>
                      </a:ext>
                    </a:extLst>
                  </p:cNvPr>
                  <p:cNvCxnSpPr>
                    <a:cxnSpLocks/>
                    <a:stCxn id="40" idx="4"/>
                  </p:cNvCxnSpPr>
                  <p:nvPr/>
                </p:nvCxnSpPr>
                <p:spPr>
                  <a:xfrm>
                    <a:off x="1293876" y="2167128"/>
                    <a:ext cx="0" cy="2984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6DB5C6-9173-7B8C-9398-3E07C976C0DE}"/>
                      </a:ext>
                    </a:extLst>
                  </p:cNvPr>
                  <p:cNvCxnSpPr>
                    <a:cxnSpLocks/>
                  </p:cNvCxnSpPr>
                  <p:nvPr/>
                </p:nvCxnSpPr>
                <p:spPr>
                  <a:xfrm flipH="1">
                    <a:off x="1044226" y="2235200"/>
                    <a:ext cx="4935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7DFEC27-9B60-EA0E-FD61-08BC57B5F6AC}"/>
                      </a:ext>
                    </a:extLst>
                  </p:cNvPr>
                  <p:cNvCxnSpPr>
                    <a:cxnSpLocks/>
                  </p:cNvCxnSpPr>
                  <p:nvPr/>
                </p:nvCxnSpPr>
                <p:spPr>
                  <a:xfrm flipH="1" flipV="1">
                    <a:off x="1290987" y="2443607"/>
                    <a:ext cx="192786" cy="19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AC04317-932E-8213-A0AD-6D521643788A}"/>
                      </a:ext>
                    </a:extLst>
                  </p:cNvPr>
                  <p:cNvCxnSpPr>
                    <a:cxnSpLocks/>
                  </p:cNvCxnSpPr>
                  <p:nvPr/>
                </p:nvCxnSpPr>
                <p:spPr>
                  <a:xfrm flipV="1">
                    <a:off x="1108361" y="2449957"/>
                    <a:ext cx="182626" cy="190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TextBox 38">
                  <a:extLst>
                    <a:ext uri="{FF2B5EF4-FFF2-40B4-BE49-F238E27FC236}">
                      <a16:creationId xmlns:a16="http://schemas.microsoft.com/office/drawing/2014/main" id="{530A0E2E-9A19-AA04-E105-10B6184E7842}"/>
                    </a:ext>
                  </a:extLst>
                </p:cNvPr>
                <p:cNvSpPr txBox="1"/>
                <p:nvPr/>
              </p:nvSpPr>
              <p:spPr>
                <a:xfrm>
                  <a:off x="621360" y="2751264"/>
                  <a:ext cx="1510704" cy="389712"/>
                </a:xfrm>
                <a:prstGeom prst="rect">
                  <a:avLst/>
                </a:prstGeom>
                <a:noFill/>
              </p:spPr>
              <p:txBody>
                <a:bodyPr wrap="square" rtlCol="0">
                  <a:spAutoFit/>
                </a:bodyPr>
                <a:lstStyle/>
                <a:p>
                  <a:pPr algn="ctr"/>
                  <a:r>
                    <a:rPr lang="en-US" sz="1200" b="1"/>
                    <a:t>Cloudinary</a:t>
                  </a:r>
                </a:p>
              </p:txBody>
            </p:sp>
          </p:grpSp>
        </p:grpSp>
        <p:cxnSp>
          <p:nvCxnSpPr>
            <p:cNvPr id="48" name="Straight Connector 47">
              <a:extLst>
                <a:ext uri="{FF2B5EF4-FFF2-40B4-BE49-F238E27FC236}">
                  <a16:creationId xmlns:a16="http://schemas.microsoft.com/office/drawing/2014/main" id="{02D61655-393E-6FAE-606F-1341EC2EB885}"/>
                </a:ext>
              </a:extLst>
            </p:cNvPr>
            <p:cNvCxnSpPr>
              <a:cxnSpLocks/>
              <a:stCxn id="76" idx="7"/>
              <a:endCxn id="35" idx="1"/>
            </p:cNvCxnSpPr>
            <p:nvPr/>
          </p:nvCxnSpPr>
          <p:spPr>
            <a:xfrm flipV="1">
              <a:off x="5464612" y="2869935"/>
              <a:ext cx="1757016" cy="1054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022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5E4B4-5674-91FD-FDCE-B22895BF7B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067B0-FAFE-D186-74D6-2BBA7F8EE9EC}"/>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10AD655E-07AC-5CD6-44CE-1F79797D8A8C}"/>
              </a:ext>
            </a:extLst>
          </p:cNvPr>
          <p:cNvSpPr>
            <a:spLocks noGrp="1"/>
          </p:cNvSpPr>
          <p:nvPr>
            <p:ph type="title"/>
          </p:nvPr>
        </p:nvSpPr>
        <p:spPr/>
        <p:txBody>
          <a:bodyPr/>
          <a:lstStyle/>
          <a:p>
            <a:r>
              <a:rPr lang="en-US"/>
              <a:t>Đăng nhập</a:t>
            </a:r>
          </a:p>
        </p:txBody>
      </p:sp>
      <p:sp>
        <p:nvSpPr>
          <p:cNvPr id="1103" name="Rectangle 1102">
            <a:extLst>
              <a:ext uri="{FF2B5EF4-FFF2-40B4-BE49-F238E27FC236}">
                <a16:creationId xmlns:a16="http://schemas.microsoft.com/office/drawing/2014/main" id="{6FA1BAC8-3055-18E6-69E5-5765C7133390}"/>
              </a:ext>
            </a:extLst>
          </p:cNvPr>
          <p:cNvSpPr/>
          <p:nvPr/>
        </p:nvSpPr>
        <p:spPr>
          <a:xfrm>
            <a:off x="390526" y="882861"/>
            <a:ext cx="7940708" cy="55369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07" name="Rectangle 106">
            <a:extLst>
              <a:ext uri="{FF2B5EF4-FFF2-40B4-BE49-F238E27FC236}">
                <a16:creationId xmlns:a16="http://schemas.microsoft.com/office/drawing/2014/main" id="{6B320BE6-FE12-F275-DF3B-5879651C46C7}"/>
              </a:ext>
            </a:extLst>
          </p:cNvPr>
          <p:cNvSpPr/>
          <p:nvPr/>
        </p:nvSpPr>
        <p:spPr>
          <a:xfrm>
            <a:off x="1699428" y="152503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09" name="Rectangle 108">
            <a:extLst>
              <a:ext uri="{FF2B5EF4-FFF2-40B4-BE49-F238E27FC236}">
                <a16:creationId xmlns:a16="http://schemas.microsoft.com/office/drawing/2014/main" id="{282B7B4E-D49E-45B1-6460-ED0981BF896F}"/>
              </a:ext>
            </a:extLst>
          </p:cNvPr>
          <p:cNvSpPr/>
          <p:nvPr/>
        </p:nvSpPr>
        <p:spPr>
          <a:xfrm>
            <a:off x="3826362" y="152575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120" name="Rectangle 119">
            <a:extLst>
              <a:ext uri="{FF2B5EF4-FFF2-40B4-BE49-F238E27FC236}">
                <a16:creationId xmlns:a16="http://schemas.microsoft.com/office/drawing/2014/main" id="{2BA6AD3D-2276-95BB-D129-8B516C17A85F}"/>
              </a:ext>
            </a:extLst>
          </p:cNvPr>
          <p:cNvSpPr/>
          <p:nvPr/>
        </p:nvSpPr>
        <p:spPr>
          <a:xfrm>
            <a:off x="6956158" y="152503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17" name="Group 16">
            <a:extLst>
              <a:ext uri="{FF2B5EF4-FFF2-40B4-BE49-F238E27FC236}">
                <a16:creationId xmlns:a16="http://schemas.microsoft.com/office/drawing/2014/main" id="{A6F90C2C-7AEF-FDC6-0C66-5F919A0B2760}"/>
              </a:ext>
            </a:extLst>
          </p:cNvPr>
          <p:cNvGrpSpPr/>
          <p:nvPr/>
        </p:nvGrpSpPr>
        <p:grpSpPr>
          <a:xfrm>
            <a:off x="393952" y="1292255"/>
            <a:ext cx="1000564" cy="808020"/>
            <a:chOff x="-129155" y="924202"/>
            <a:chExt cx="1073776" cy="867143"/>
          </a:xfrm>
        </p:grpSpPr>
        <p:grpSp>
          <p:nvGrpSpPr>
            <p:cNvPr id="8" name="Group 7">
              <a:extLst>
                <a:ext uri="{FF2B5EF4-FFF2-40B4-BE49-F238E27FC236}">
                  <a16:creationId xmlns:a16="http://schemas.microsoft.com/office/drawing/2014/main" id="{378A5412-BCE6-289A-4A55-FC9342038685}"/>
                </a:ext>
              </a:extLst>
            </p:cNvPr>
            <p:cNvGrpSpPr/>
            <p:nvPr/>
          </p:nvGrpSpPr>
          <p:grpSpPr>
            <a:xfrm>
              <a:off x="232341" y="924202"/>
              <a:ext cx="350785" cy="602906"/>
              <a:chOff x="1044226" y="1792224"/>
              <a:chExt cx="493522" cy="848233"/>
            </a:xfrm>
          </p:grpSpPr>
          <p:sp>
            <p:nvSpPr>
              <p:cNvPr id="10" name="Oval 9">
                <a:extLst>
                  <a:ext uri="{FF2B5EF4-FFF2-40B4-BE49-F238E27FC236}">
                    <a16:creationId xmlns:a16="http://schemas.microsoft.com/office/drawing/2014/main" id="{335DB951-14C7-38D3-167B-624218B18BA4}"/>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1" name="Straight Connector 10">
                <a:extLst>
                  <a:ext uri="{FF2B5EF4-FFF2-40B4-BE49-F238E27FC236}">
                    <a16:creationId xmlns:a16="http://schemas.microsoft.com/office/drawing/2014/main" id="{E2801A7F-1E34-1F37-BA5B-5E4528781DC2}"/>
                  </a:ext>
                </a:extLst>
              </p:cNvPr>
              <p:cNvCxnSpPr>
                <a:cxnSpLocks/>
                <a:stCxn id="1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BC4DB4A-9E42-78FE-153E-3D8150A857DC}"/>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04F385-3D34-0D07-ED1D-3DB1DFFCF062}"/>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8D040C-03D6-AC65-3DBC-CC9C58946B6E}"/>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1B1817CD-5AF3-A0BE-10B1-740C43115653}"/>
                </a:ext>
              </a:extLst>
            </p:cNvPr>
            <p:cNvSpPr txBox="1"/>
            <p:nvPr/>
          </p:nvSpPr>
          <p:spPr>
            <a:xfrm>
              <a:off x="-129155" y="1527108"/>
              <a:ext cx="1073776" cy="264237"/>
            </a:xfrm>
            <a:prstGeom prst="rect">
              <a:avLst/>
            </a:prstGeom>
            <a:noFill/>
          </p:spPr>
          <p:txBody>
            <a:bodyPr wrap="square" rtlCol="0">
              <a:spAutoFit/>
            </a:bodyPr>
            <a:lstStyle/>
            <a:p>
              <a:pPr algn="ctr"/>
              <a:r>
                <a:rPr lang="en-US" sz="1000" b="1"/>
                <a:t>USER</a:t>
              </a:r>
            </a:p>
          </p:txBody>
        </p:sp>
      </p:grpSp>
      <p:cxnSp>
        <p:nvCxnSpPr>
          <p:cNvPr id="16" name="Straight Connector 15">
            <a:extLst>
              <a:ext uri="{FF2B5EF4-FFF2-40B4-BE49-F238E27FC236}">
                <a16:creationId xmlns:a16="http://schemas.microsoft.com/office/drawing/2014/main" id="{F3B93A54-B0C2-F62A-DE9C-0CC43B34EA4E}"/>
              </a:ext>
            </a:extLst>
          </p:cNvPr>
          <p:cNvCxnSpPr>
            <a:cxnSpLocks/>
            <a:stCxn id="107" idx="2"/>
          </p:cNvCxnSpPr>
          <p:nvPr/>
        </p:nvCxnSpPr>
        <p:spPr>
          <a:xfrm flipH="1">
            <a:off x="2285773" y="2047718"/>
            <a:ext cx="1" cy="438165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ECCBCD-2416-F3E7-78AF-AA9186F12C9E}"/>
              </a:ext>
            </a:extLst>
          </p:cNvPr>
          <p:cNvCxnSpPr>
            <a:cxnSpLocks/>
          </p:cNvCxnSpPr>
          <p:nvPr/>
        </p:nvCxnSpPr>
        <p:spPr>
          <a:xfrm>
            <a:off x="4412707" y="2052015"/>
            <a:ext cx="0" cy="435354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112214F-7E5B-D4E1-69A4-D6F51219880C}"/>
              </a:ext>
            </a:extLst>
          </p:cNvPr>
          <p:cNvCxnSpPr>
            <a:cxnSpLocks/>
          </p:cNvCxnSpPr>
          <p:nvPr/>
        </p:nvCxnSpPr>
        <p:spPr>
          <a:xfrm>
            <a:off x="5945830" y="2047719"/>
            <a:ext cx="0" cy="437213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FC80F28-91A7-2F6A-B31D-DA4D0A7D23C6}"/>
              </a:ext>
            </a:extLst>
          </p:cNvPr>
          <p:cNvCxnSpPr>
            <a:cxnSpLocks/>
          </p:cNvCxnSpPr>
          <p:nvPr/>
        </p:nvCxnSpPr>
        <p:spPr>
          <a:xfrm>
            <a:off x="7585447" y="2047719"/>
            <a:ext cx="0" cy="434355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0D809337-44EE-0C2E-F560-C29532D9B929}"/>
              </a:ext>
            </a:extLst>
          </p:cNvPr>
          <p:cNvGrpSpPr/>
          <p:nvPr/>
        </p:nvGrpSpPr>
        <p:grpSpPr>
          <a:xfrm>
            <a:off x="5450430" y="1284280"/>
            <a:ext cx="1000564" cy="808020"/>
            <a:chOff x="-129155" y="924202"/>
            <a:chExt cx="1073776" cy="867143"/>
          </a:xfrm>
        </p:grpSpPr>
        <p:grpSp>
          <p:nvGrpSpPr>
            <p:cNvPr id="25" name="Group 24">
              <a:extLst>
                <a:ext uri="{FF2B5EF4-FFF2-40B4-BE49-F238E27FC236}">
                  <a16:creationId xmlns:a16="http://schemas.microsoft.com/office/drawing/2014/main" id="{871A9135-568A-8679-C7B3-D3ED777EF508}"/>
                </a:ext>
              </a:extLst>
            </p:cNvPr>
            <p:cNvGrpSpPr/>
            <p:nvPr/>
          </p:nvGrpSpPr>
          <p:grpSpPr>
            <a:xfrm>
              <a:off x="232341" y="924202"/>
              <a:ext cx="350785" cy="602906"/>
              <a:chOff x="1044226" y="1792224"/>
              <a:chExt cx="493522" cy="848233"/>
            </a:xfrm>
          </p:grpSpPr>
          <p:sp>
            <p:nvSpPr>
              <p:cNvPr id="27" name="Oval 26">
                <a:extLst>
                  <a:ext uri="{FF2B5EF4-FFF2-40B4-BE49-F238E27FC236}">
                    <a16:creationId xmlns:a16="http://schemas.microsoft.com/office/drawing/2014/main" id="{F09548D4-3CC8-B1BB-C521-FA359FA02546}"/>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28" name="Straight Connector 27">
                <a:extLst>
                  <a:ext uri="{FF2B5EF4-FFF2-40B4-BE49-F238E27FC236}">
                    <a16:creationId xmlns:a16="http://schemas.microsoft.com/office/drawing/2014/main" id="{EC891722-D5BB-99B1-F55E-A91BB12F4A7C}"/>
                  </a:ext>
                </a:extLst>
              </p:cNvPr>
              <p:cNvCxnSpPr>
                <a:cxnSpLocks/>
                <a:stCxn id="27"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517315-FCEF-B9BB-588B-EF48CB8AD8CC}"/>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26AA66D-23D5-B73D-7470-B733915EFA67}"/>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007605F-C811-6941-4F22-478BAC0BD0C9}"/>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BA4711E7-6FA8-8F67-F4C1-685273701F00}"/>
                </a:ext>
              </a:extLst>
            </p:cNvPr>
            <p:cNvSpPr txBox="1"/>
            <p:nvPr/>
          </p:nvSpPr>
          <p:spPr>
            <a:xfrm>
              <a:off x="-129155" y="1527108"/>
              <a:ext cx="1073776" cy="264237"/>
            </a:xfrm>
            <a:prstGeom prst="rect">
              <a:avLst/>
            </a:prstGeom>
            <a:noFill/>
          </p:spPr>
          <p:txBody>
            <a:bodyPr wrap="square" rtlCol="0">
              <a:spAutoFit/>
            </a:bodyPr>
            <a:lstStyle/>
            <a:p>
              <a:pPr algn="ctr"/>
              <a:r>
                <a:rPr lang="en-US" sz="1000" b="1"/>
                <a:t>Firebase</a:t>
              </a:r>
            </a:p>
          </p:txBody>
        </p:sp>
      </p:grpSp>
      <p:sp>
        <p:nvSpPr>
          <p:cNvPr id="32" name="Rectangle 31">
            <a:extLst>
              <a:ext uri="{FF2B5EF4-FFF2-40B4-BE49-F238E27FC236}">
                <a16:creationId xmlns:a16="http://schemas.microsoft.com/office/drawing/2014/main" id="{9E6B5F99-594D-30EC-5DF4-0D19B7AC5F97}"/>
              </a:ext>
            </a:extLst>
          </p:cNvPr>
          <p:cNvSpPr/>
          <p:nvPr/>
        </p:nvSpPr>
        <p:spPr>
          <a:xfrm>
            <a:off x="2223644" y="2318665"/>
            <a:ext cx="124257" cy="385829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56" name="Straight Connector 55">
            <a:extLst>
              <a:ext uri="{FF2B5EF4-FFF2-40B4-BE49-F238E27FC236}">
                <a16:creationId xmlns:a16="http://schemas.microsoft.com/office/drawing/2014/main" id="{D0C597B9-C55F-0A4B-27F7-8D532A45F91C}"/>
              </a:ext>
            </a:extLst>
          </p:cNvPr>
          <p:cNvCxnSpPr>
            <a:cxnSpLocks/>
          </p:cNvCxnSpPr>
          <p:nvPr/>
        </p:nvCxnSpPr>
        <p:spPr>
          <a:xfrm>
            <a:off x="894234" y="2047719"/>
            <a:ext cx="0" cy="436260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B071DA05-8FC0-40ED-AB90-60DD2A53C8CB}"/>
              </a:ext>
            </a:extLst>
          </p:cNvPr>
          <p:cNvGrpSpPr/>
          <p:nvPr/>
        </p:nvGrpSpPr>
        <p:grpSpPr>
          <a:xfrm>
            <a:off x="861111" y="2092498"/>
            <a:ext cx="1359293" cy="246221"/>
            <a:chOff x="386512" y="1666816"/>
            <a:chExt cx="1458753" cy="264237"/>
          </a:xfrm>
        </p:grpSpPr>
        <p:sp>
          <p:nvSpPr>
            <p:cNvPr id="69" name="TextBox 68">
              <a:extLst>
                <a:ext uri="{FF2B5EF4-FFF2-40B4-BE49-F238E27FC236}">
                  <a16:creationId xmlns:a16="http://schemas.microsoft.com/office/drawing/2014/main" id="{BCA95CA9-E21E-DE0F-9EBA-14DE7C7B820B}"/>
                </a:ext>
              </a:extLst>
            </p:cNvPr>
            <p:cNvSpPr txBox="1"/>
            <p:nvPr/>
          </p:nvSpPr>
          <p:spPr>
            <a:xfrm>
              <a:off x="386512" y="1666816"/>
              <a:ext cx="1269922" cy="264237"/>
            </a:xfrm>
            <a:prstGeom prst="rect">
              <a:avLst/>
            </a:prstGeom>
            <a:noFill/>
          </p:spPr>
          <p:txBody>
            <a:bodyPr wrap="none" rtlCol="0">
              <a:spAutoFit/>
            </a:bodyPr>
            <a:lstStyle/>
            <a:p>
              <a:r>
                <a:rPr lang="en-US" sz="1000"/>
                <a:t>Sign in with Google</a:t>
              </a:r>
            </a:p>
          </p:txBody>
        </p:sp>
        <p:cxnSp>
          <p:nvCxnSpPr>
            <p:cNvPr id="67" name="Straight Arrow Connector 66">
              <a:extLst>
                <a:ext uri="{FF2B5EF4-FFF2-40B4-BE49-F238E27FC236}">
                  <a16:creationId xmlns:a16="http://schemas.microsoft.com/office/drawing/2014/main" id="{4911D7EB-EA23-1173-1CBE-8A4FE6F87A73}"/>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FE19335D-A605-C82D-9EC2-5708FF4A6506}"/>
              </a:ext>
            </a:extLst>
          </p:cNvPr>
          <p:cNvGrpSpPr/>
          <p:nvPr/>
        </p:nvGrpSpPr>
        <p:grpSpPr>
          <a:xfrm>
            <a:off x="2328938" y="2353225"/>
            <a:ext cx="3561513" cy="246221"/>
            <a:chOff x="413288" y="1666816"/>
            <a:chExt cx="3822111" cy="264237"/>
          </a:xfrm>
        </p:grpSpPr>
        <p:sp>
          <p:nvSpPr>
            <p:cNvPr id="75" name="TextBox 74">
              <a:extLst>
                <a:ext uri="{FF2B5EF4-FFF2-40B4-BE49-F238E27FC236}">
                  <a16:creationId xmlns:a16="http://schemas.microsoft.com/office/drawing/2014/main" id="{1A81E54D-6533-3D5B-26BD-57E7DB481A8D}"/>
                </a:ext>
              </a:extLst>
            </p:cNvPr>
            <p:cNvSpPr txBox="1"/>
            <p:nvPr/>
          </p:nvSpPr>
          <p:spPr>
            <a:xfrm>
              <a:off x="413288" y="1666816"/>
              <a:ext cx="2166196" cy="264237"/>
            </a:xfrm>
            <a:prstGeom prst="rect">
              <a:avLst/>
            </a:prstGeom>
            <a:noFill/>
          </p:spPr>
          <p:txBody>
            <a:bodyPr wrap="none" rtlCol="0">
              <a:spAutoFit/>
            </a:bodyPr>
            <a:lstStyle/>
            <a:p>
              <a:r>
                <a:rPr lang="en-US" sz="1000"/>
                <a:t>signInWithPopup(auth, ggProvider)</a:t>
              </a:r>
            </a:p>
          </p:txBody>
        </p:sp>
        <p:cxnSp>
          <p:nvCxnSpPr>
            <p:cNvPr id="76" name="Straight Arrow Connector 75">
              <a:extLst>
                <a:ext uri="{FF2B5EF4-FFF2-40B4-BE49-F238E27FC236}">
                  <a16:creationId xmlns:a16="http://schemas.microsoft.com/office/drawing/2014/main" id="{08F5742D-EFDC-1E78-7BDD-9519D5301AEF}"/>
                </a:ext>
              </a:extLst>
            </p:cNvPr>
            <p:cNvCxnSpPr>
              <a:cxnSpLocks/>
            </p:cNvCxnSpPr>
            <p:nvPr/>
          </p:nvCxnSpPr>
          <p:spPr>
            <a:xfrm>
              <a:off x="432780" y="1922259"/>
              <a:ext cx="38026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Rectangle 77">
            <a:extLst>
              <a:ext uri="{FF2B5EF4-FFF2-40B4-BE49-F238E27FC236}">
                <a16:creationId xmlns:a16="http://schemas.microsoft.com/office/drawing/2014/main" id="{50125F58-B71E-FB9F-6F48-CCE23FF47D0A}"/>
              </a:ext>
            </a:extLst>
          </p:cNvPr>
          <p:cNvSpPr/>
          <p:nvPr/>
        </p:nvSpPr>
        <p:spPr>
          <a:xfrm>
            <a:off x="5885404" y="2593652"/>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87" name="Group 86">
            <a:extLst>
              <a:ext uri="{FF2B5EF4-FFF2-40B4-BE49-F238E27FC236}">
                <a16:creationId xmlns:a16="http://schemas.microsoft.com/office/drawing/2014/main" id="{AC2F95EB-EBAE-4F6E-95EE-7BEAAB8B7BC0}"/>
              </a:ext>
            </a:extLst>
          </p:cNvPr>
          <p:cNvGrpSpPr/>
          <p:nvPr/>
        </p:nvGrpSpPr>
        <p:grpSpPr>
          <a:xfrm>
            <a:off x="2358213" y="2602139"/>
            <a:ext cx="3526321" cy="246221"/>
            <a:chOff x="1829056" y="2497920"/>
            <a:chExt cx="3784344" cy="264237"/>
          </a:xfrm>
        </p:grpSpPr>
        <p:sp>
          <p:nvSpPr>
            <p:cNvPr id="85" name="TextBox 84">
              <a:extLst>
                <a:ext uri="{FF2B5EF4-FFF2-40B4-BE49-F238E27FC236}">
                  <a16:creationId xmlns:a16="http://schemas.microsoft.com/office/drawing/2014/main" id="{56BBF3DC-7DF4-2726-3E18-1B5244FA40F5}"/>
                </a:ext>
              </a:extLst>
            </p:cNvPr>
            <p:cNvSpPr txBox="1"/>
            <p:nvPr/>
          </p:nvSpPr>
          <p:spPr>
            <a:xfrm>
              <a:off x="4058572" y="2497920"/>
              <a:ext cx="1171866" cy="264237"/>
            </a:xfrm>
            <a:prstGeom prst="rect">
              <a:avLst/>
            </a:prstGeom>
            <a:noFill/>
          </p:spPr>
          <p:txBody>
            <a:bodyPr wrap="none" rtlCol="0">
              <a:spAutoFit/>
            </a:bodyPr>
            <a:lstStyle/>
            <a:p>
              <a:r>
                <a:rPr lang="en-US" sz="1000"/>
                <a:t>Firebase ID token</a:t>
              </a:r>
            </a:p>
          </p:txBody>
        </p:sp>
        <p:cxnSp>
          <p:nvCxnSpPr>
            <p:cNvPr id="63" name="Straight Arrow Connector 62">
              <a:extLst>
                <a:ext uri="{FF2B5EF4-FFF2-40B4-BE49-F238E27FC236}">
                  <a16:creationId xmlns:a16="http://schemas.microsoft.com/office/drawing/2014/main" id="{66D0DDE3-EB17-F4F6-5192-3BDB72603514}"/>
                </a:ext>
              </a:extLst>
            </p:cNvPr>
            <p:cNvCxnSpPr>
              <a:cxnSpLocks/>
            </p:cNvCxnSpPr>
            <p:nvPr/>
          </p:nvCxnSpPr>
          <p:spPr>
            <a:xfrm>
              <a:off x="1829056" y="2742598"/>
              <a:ext cx="3784344"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92" name="Rectangle 91">
            <a:extLst>
              <a:ext uri="{FF2B5EF4-FFF2-40B4-BE49-F238E27FC236}">
                <a16:creationId xmlns:a16="http://schemas.microsoft.com/office/drawing/2014/main" id="{C303138D-AA3E-8963-81F9-EA4B48421FA6}"/>
              </a:ext>
            </a:extLst>
          </p:cNvPr>
          <p:cNvSpPr/>
          <p:nvPr/>
        </p:nvSpPr>
        <p:spPr>
          <a:xfrm>
            <a:off x="4348853" y="3125539"/>
            <a:ext cx="124257" cy="250983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2" name="Group 101">
            <a:extLst>
              <a:ext uri="{FF2B5EF4-FFF2-40B4-BE49-F238E27FC236}">
                <a16:creationId xmlns:a16="http://schemas.microsoft.com/office/drawing/2014/main" id="{1173762F-695D-BD50-6817-0866DC269B5D}"/>
              </a:ext>
            </a:extLst>
          </p:cNvPr>
          <p:cNvGrpSpPr/>
          <p:nvPr/>
        </p:nvGrpSpPr>
        <p:grpSpPr>
          <a:xfrm>
            <a:off x="2358213" y="2919602"/>
            <a:ext cx="1985670" cy="246221"/>
            <a:chOff x="292305" y="1666816"/>
            <a:chExt cx="2130963" cy="264237"/>
          </a:xfrm>
        </p:grpSpPr>
        <p:sp>
          <p:nvSpPr>
            <p:cNvPr id="103" name="TextBox 102">
              <a:extLst>
                <a:ext uri="{FF2B5EF4-FFF2-40B4-BE49-F238E27FC236}">
                  <a16:creationId xmlns:a16="http://schemas.microsoft.com/office/drawing/2014/main" id="{13BA59A4-B6B1-49C8-0463-B43B59197D0C}"/>
                </a:ext>
              </a:extLst>
            </p:cNvPr>
            <p:cNvSpPr txBox="1"/>
            <p:nvPr/>
          </p:nvSpPr>
          <p:spPr>
            <a:xfrm>
              <a:off x="292305" y="1666816"/>
              <a:ext cx="1920194" cy="264237"/>
            </a:xfrm>
            <a:prstGeom prst="rect">
              <a:avLst/>
            </a:prstGeom>
            <a:noFill/>
          </p:spPr>
          <p:txBody>
            <a:bodyPr wrap="none" rtlCol="0">
              <a:spAutoFit/>
            </a:bodyPr>
            <a:lstStyle/>
            <a:p>
              <a:r>
                <a:rPr lang="en-US" sz="1000"/>
                <a:t>POST /api/auth/google {token}</a:t>
              </a:r>
            </a:p>
          </p:txBody>
        </p:sp>
        <p:cxnSp>
          <p:nvCxnSpPr>
            <p:cNvPr id="105" name="Straight Arrow Connector 104">
              <a:extLst>
                <a:ext uri="{FF2B5EF4-FFF2-40B4-BE49-F238E27FC236}">
                  <a16:creationId xmlns:a16="http://schemas.microsoft.com/office/drawing/2014/main" id="{486C926E-A9A8-6DC4-4A38-950C22AA765B}"/>
                </a:ext>
              </a:extLst>
            </p:cNvPr>
            <p:cNvCxnSpPr>
              <a:cxnSpLocks/>
            </p:cNvCxnSpPr>
            <p:nvPr/>
          </p:nvCxnSpPr>
          <p:spPr>
            <a:xfrm>
              <a:off x="299669" y="1922259"/>
              <a:ext cx="21235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3CB96403-B9E9-FB53-B8B4-8869D8F83EA4}"/>
              </a:ext>
            </a:extLst>
          </p:cNvPr>
          <p:cNvGrpSpPr/>
          <p:nvPr/>
        </p:nvGrpSpPr>
        <p:grpSpPr>
          <a:xfrm>
            <a:off x="4482979" y="3164120"/>
            <a:ext cx="1413389" cy="246221"/>
            <a:chOff x="432780" y="1666816"/>
            <a:chExt cx="1516808" cy="264237"/>
          </a:xfrm>
        </p:grpSpPr>
        <p:sp>
          <p:nvSpPr>
            <p:cNvPr id="116" name="TextBox 115">
              <a:extLst>
                <a:ext uri="{FF2B5EF4-FFF2-40B4-BE49-F238E27FC236}">
                  <a16:creationId xmlns:a16="http://schemas.microsoft.com/office/drawing/2014/main" id="{F20818DA-8CC6-5C2A-F5D1-B2BD07C520B7}"/>
                </a:ext>
              </a:extLst>
            </p:cNvPr>
            <p:cNvSpPr txBox="1"/>
            <p:nvPr/>
          </p:nvSpPr>
          <p:spPr>
            <a:xfrm>
              <a:off x="450796" y="1666816"/>
              <a:ext cx="1364539" cy="264237"/>
            </a:xfrm>
            <a:prstGeom prst="rect">
              <a:avLst/>
            </a:prstGeom>
            <a:noFill/>
          </p:spPr>
          <p:txBody>
            <a:bodyPr wrap="none" rtlCol="0">
              <a:spAutoFit/>
            </a:bodyPr>
            <a:lstStyle/>
            <a:p>
              <a:r>
                <a:rPr lang="en-US" sz="1000"/>
                <a:t>verifyIdToken(token)</a:t>
              </a:r>
            </a:p>
          </p:txBody>
        </p:sp>
        <p:cxnSp>
          <p:nvCxnSpPr>
            <p:cNvPr id="117" name="Straight Arrow Connector 116">
              <a:extLst>
                <a:ext uri="{FF2B5EF4-FFF2-40B4-BE49-F238E27FC236}">
                  <a16:creationId xmlns:a16="http://schemas.microsoft.com/office/drawing/2014/main" id="{3049EF1E-7B9C-2F2C-8C17-3FC561C5CE93}"/>
                </a:ext>
              </a:extLst>
            </p:cNvPr>
            <p:cNvCxnSpPr>
              <a:cxnSpLocks/>
            </p:cNvCxnSpPr>
            <p:nvPr/>
          </p:nvCxnSpPr>
          <p:spPr>
            <a:xfrm>
              <a:off x="432780" y="1922259"/>
              <a:ext cx="15168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id="{4BDF1EE4-2243-8193-BE79-8D6A83C8E31A}"/>
              </a:ext>
            </a:extLst>
          </p:cNvPr>
          <p:cNvSpPr/>
          <p:nvPr/>
        </p:nvSpPr>
        <p:spPr>
          <a:xfrm>
            <a:off x="5887685" y="3400577"/>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62" name="Group 1061">
            <a:extLst>
              <a:ext uri="{FF2B5EF4-FFF2-40B4-BE49-F238E27FC236}">
                <a16:creationId xmlns:a16="http://schemas.microsoft.com/office/drawing/2014/main" id="{30DBB557-69A3-71A7-BF6F-C07CEB0200CD}"/>
              </a:ext>
            </a:extLst>
          </p:cNvPr>
          <p:cNvGrpSpPr/>
          <p:nvPr/>
        </p:nvGrpSpPr>
        <p:grpSpPr>
          <a:xfrm>
            <a:off x="4470360" y="3409956"/>
            <a:ext cx="1414174" cy="246221"/>
            <a:chOff x="1505858" y="2498990"/>
            <a:chExt cx="1517650" cy="264237"/>
          </a:xfrm>
        </p:grpSpPr>
        <p:sp>
          <p:nvSpPr>
            <p:cNvPr id="1063" name="TextBox 1062">
              <a:extLst>
                <a:ext uri="{FF2B5EF4-FFF2-40B4-BE49-F238E27FC236}">
                  <a16:creationId xmlns:a16="http://schemas.microsoft.com/office/drawing/2014/main" id="{5247D879-3A3D-A67F-4AEA-C5BA820B4271}"/>
                </a:ext>
              </a:extLst>
            </p:cNvPr>
            <p:cNvSpPr txBox="1"/>
            <p:nvPr/>
          </p:nvSpPr>
          <p:spPr>
            <a:xfrm>
              <a:off x="1641537" y="2498990"/>
              <a:ext cx="1140901" cy="264237"/>
            </a:xfrm>
            <a:prstGeom prst="rect">
              <a:avLst/>
            </a:prstGeom>
            <a:noFill/>
          </p:spPr>
          <p:txBody>
            <a:bodyPr wrap="none" rtlCol="0">
              <a:spAutoFit/>
            </a:bodyPr>
            <a:lstStyle/>
            <a:p>
              <a:r>
                <a:rPr lang="en-US" sz="1000"/>
                <a:t>{email, name, ...}</a:t>
              </a:r>
            </a:p>
          </p:txBody>
        </p:sp>
        <p:cxnSp>
          <p:nvCxnSpPr>
            <p:cNvPr id="1064" name="Straight Arrow Connector 1063">
              <a:extLst>
                <a:ext uri="{FF2B5EF4-FFF2-40B4-BE49-F238E27FC236}">
                  <a16:creationId xmlns:a16="http://schemas.microsoft.com/office/drawing/2014/main" id="{B5ADADBA-FBEA-B7C3-2A65-F45F21914EA3}"/>
                </a:ext>
              </a:extLst>
            </p:cNvPr>
            <p:cNvCxnSpPr>
              <a:cxnSpLocks/>
            </p:cNvCxnSpPr>
            <p:nvPr/>
          </p:nvCxnSpPr>
          <p:spPr>
            <a:xfrm>
              <a:off x="1505858" y="2742598"/>
              <a:ext cx="1517650"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065" name="Group 1064">
            <a:extLst>
              <a:ext uri="{FF2B5EF4-FFF2-40B4-BE49-F238E27FC236}">
                <a16:creationId xmlns:a16="http://schemas.microsoft.com/office/drawing/2014/main" id="{F3D465D7-C8E1-4181-DE93-649F0E11C71D}"/>
              </a:ext>
            </a:extLst>
          </p:cNvPr>
          <p:cNvGrpSpPr/>
          <p:nvPr/>
        </p:nvGrpSpPr>
        <p:grpSpPr>
          <a:xfrm>
            <a:off x="4482979" y="3724998"/>
            <a:ext cx="3038447" cy="246221"/>
            <a:chOff x="432780" y="1666816"/>
            <a:chExt cx="3260772" cy="264237"/>
          </a:xfrm>
        </p:grpSpPr>
        <p:sp>
          <p:nvSpPr>
            <p:cNvPr id="1066" name="TextBox 1065">
              <a:extLst>
                <a:ext uri="{FF2B5EF4-FFF2-40B4-BE49-F238E27FC236}">
                  <a16:creationId xmlns:a16="http://schemas.microsoft.com/office/drawing/2014/main" id="{DAF4AC80-3AD3-4E55-45A7-37ECD9AD0903}"/>
                </a:ext>
              </a:extLst>
            </p:cNvPr>
            <p:cNvSpPr txBox="1"/>
            <p:nvPr/>
          </p:nvSpPr>
          <p:spPr>
            <a:xfrm>
              <a:off x="450796" y="1666816"/>
              <a:ext cx="1061766" cy="264237"/>
            </a:xfrm>
            <a:prstGeom prst="rect">
              <a:avLst/>
            </a:prstGeom>
            <a:noFill/>
          </p:spPr>
          <p:txBody>
            <a:bodyPr wrap="none" rtlCol="0">
              <a:spAutoFit/>
            </a:bodyPr>
            <a:lstStyle/>
            <a:p>
              <a:r>
                <a:rPr lang="en-US" sz="1000"/>
                <a:t>findUser(email)</a:t>
              </a:r>
            </a:p>
          </p:txBody>
        </p:sp>
        <p:cxnSp>
          <p:nvCxnSpPr>
            <p:cNvPr id="1067" name="Straight Arrow Connector 1066">
              <a:extLst>
                <a:ext uri="{FF2B5EF4-FFF2-40B4-BE49-F238E27FC236}">
                  <a16:creationId xmlns:a16="http://schemas.microsoft.com/office/drawing/2014/main" id="{D6622754-7CCF-1A24-4BEA-44B2894B6551}"/>
                </a:ext>
              </a:extLst>
            </p:cNvPr>
            <p:cNvCxnSpPr>
              <a:cxnSpLocks/>
            </p:cNvCxnSpPr>
            <p:nvPr/>
          </p:nvCxnSpPr>
          <p:spPr>
            <a:xfrm>
              <a:off x="432780" y="1922259"/>
              <a:ext cx="32607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69" name="Rectangle 1068">
            <a:extLst>
              <a:ext uri="{FF2B5EF4-FFF2-40B4-BE49-F238E27FC236}">
                <a16:creationId xmlns:a16="http://schemas.microsoft.com/office/drawing/2014/main" id="{DD8E9131-13B9-483F-B778-4E26AE852D26}"/>
              </a:ext>
            </a:extLst>
          </p:cNvPr>
          <p:cNvSpPr/>
          <p:nvPr/>
        </p:nvSpPr>
        <p:spPr>
          <a:xfrm>
            <a:off x="7528558" y="3972740"/>
            <a:ext cx="124257" cy="125731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70" name="Group 1069">
            <a:extLst>
              <a:ext uri="{FF2B5EF4-FFF2-40B4-BE49-F238E27FC236}">
                <a16:creationId xmlns:a16="http://schemas.microsoft.com/office/drawing/2014/main" id="{D447F0B9-72FC-C572-D4C1-2A749B02AB8C}"/>
              </a:ext>
            </a:extLst>
          </p:cNvPr>
          <p:cNvGrpSpPr/>
          <p:nvPr/>
        </p:nvGrpSpPr>
        <p:grpSpPr>
          <a:xfrm>
            <a:off x="3882520" y="4098725"/>
            <a:ext cx="3935704" cy="844031"/>
            <a:chOff x="875291" y="2176944"/>
            <a:chExt cx="4286206" cy="905789"/>
          </a:xfrm>
        </p:grpSpPr>
        <p:grpSp>
          <p:nvGrpSpPr>
            <p:cNvPr id="1071" name="Group 1070">
              <a:extLst>
                <a:ext uri="{FF2B5EF4-FFF2-40B4-BE49-F238E27FC236}">
                  <a16:creationId xmlns:a16="http://schemas.microsoft.com/office/drawing/2014/main" id="{07E42DAC-B322-D4A6-DFE7-F650B2208131}"/>
                </a:ext>
              </a:extLst>
            </p:cNvPr>
            <p:cNvGrpSpPr/>
            <p:nvPr/>
          </p:nvGrpSpPr>
          <p:grpSpPr>
            <a:xfrm>
              <a:off x="875291" y="2176944"/>
              <a:ext cx="352994" cy="264237"/>
              <a:chOff x="2539097" y="3199737"/>
              <a:chExt cx="352994" cy="264237"/>
            </a:xfrm>
          </p:grpSpPr>
          <p:sp>
            <p:nvSpPr>
              <p:cNvPr id="1073" name="Rectangle: Single Corner Snipped 1072">
                <a:extLst>
                  <a:ext uri="{FF2B5EF4-FFF2-40B4-BE49-F238E27FC236}">
                    <a16:creationId xmlns:a16="http://schemas.microsoft.com/office/drawing/2014/main" id="{6F8B7495-D164-3F45-69F6-F8F004288C80}"/>
                  </a:ext>
                </a:extLst>
              </p:cNvPr>
              <p:cNvSpPr/>
              <p:nvPr/>
            </p:nvSpPr>
            <p:spPr>
              <a:xfrm flipV="1">
                <a:off x="2580683" y="3250517"/>
                <a:ext cx="309792" cy="202479"/>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074" name="TextBox 1073">
                <a:extLst>
                  <a:ext uri="{FF2B5EF4-FFF2-40B4-BE49-F238E27FC236}">
                    <a16:creationId xmlns:a16="http://schemas.microsoft.com/office/drawing/2014/main" id="{286142A8-E7D8-5408-7093-00BE763F1341}"/>
                  </a:ext>
                </a:extLst>
              </p:cNvPr>
              <p:cNvSpPr txBox="1"/>
              <p:nvPr/>
            </p:nvSpPr>
            <p:spPr>
              <a:xfrm>
                <a:off x="2539097" y="3199737"/>
                <a:ext cx="352994" cy="264237"/>
              </a:xfrm>
              <a:prstGeom prst="rect">
                <a:avLst/>
              </a:prstGeom>
              <a:noFill/>
            </p:spPr>
            <p:txBody>
              <a:bodyPr wrap="none" rtlCol="0">
                <a:spAutoFit/>
              </a:bodyPr>
              <a:lstStyle/>
              <a:p>
                <a:r>
                  <a:rPr lang="en-US" sz="1000" b="1"/>
                  <a:t>alt</a:t>
                </a:r>
              </a:p>
            </p:txBody>
          </p:sp>
        </p:grpSp>
        <p:sp>
          <p:nvSpPr>
            <p:cNvPr id="1072" name="Rectangle 1071">
              <a:extLst>
                <a:ext uri="{FF2B5EF4-FFF2-40B4-BE49-F238E27FC236}">
                  <a16:creationId xmlns:a16="http://schemas.microsoft.com/office/drawing/2014/main" id="{C08C279F-587C-5768-A3DB-C71A7EFE9F61}"/>
                </a:ext>
              </a:extLst>
            </p:cNvPr>
            <p:cNvSpPr/>
            <p:nvPr/>
          </p:nvSpPr>
          <p:spPr>
            <a:xfrm>
              <a:off x="916877" y="2227727"/>
              <a:ext cx="4244620" cy="855006"/>
            </a:xfrm>
            <a:prstGeom prst="rect">
              <a:avLst/>
            </a:prstGeom>
            <a:noFill/>
            <a:ln w="127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1075" name="Group 1074">
            <a:extLst>
              <a:ext uri="{FF2B5EF4-FFF2-40B4-BE49-F238E27FC236}">
                <a16:creationId xmlns:a16="http://schemas.microsoft.com/office/drawing/2014/main" id="{28419405-8ACE-8636-472E-434703429772}"/>
              </a:ext>
            </a:extLst>
          </p:cNvPr>
          <p:cNvGrpSpPr/>
          <p:nvPr/>
        </p:nvGrpSpPr>
        <p:grpSpPr>
          <a:xfrm>
            <a:off x="4475174" y="4247398"/>
            <a:ext cx="3043945" cy="246221"/>
            <a:chOff x="1505858" y="2498990"/>
            <a:chExt cx="3266672" cy="264237"/>
          </a:xfrm>
        </p:grpSpPr>
        <p:sp>
          <p:nvSpPr>
            <p:cNvPr id="1076" name="TextBox 1075">
              <a:extLst>
                <a:ext uri="{FF2B5EF4-FFF2-40B4-BE49-F238E27FC236}">
                  <a16:creationId xmlns:a16="http://schemas.microsoft.com/office/drawing/2014/main" id="{7EEC9614-0454-F685-96A8-7EF82C98A3DF}"/>
                </a:ext>
              </a:extLst>
            </p:cNvPr>
            <p:cNvSpPr txBox="1"/>
            <p:nvPr/>
          </p:nvSpPr>
          <p:spPr>
            <a:xfrm>
              <a:off x="4005095" y="2498990"/>
              <a:ext cx="500950" cy="264237"/>
            </a:xfrm>
            <a:prstGeom prst="rect">
              <a:avLst/>
            </a:prstGeom>
            <a:noFill/>
          </p:spPr>
          <p:txBody>
            <a:bodyPr wrap="none" rtlCol="0">
              <a:spAutoFit/>
            </a:bodyPr>
            <a:lstStyle/>
            <a:p>
              <a:r>
                <a:rPr lang="en-US" sz="1000"/>
                <a:t>None</a:t>
              </a:r>
            </a:p>
          </p:txBody>
        </p:sp>
        <p:cxnSp>
          <p:nvCxnSpPr>
            <p:cNvPr id="1077" name="Straight Arrow Connector 1076">
              <a:extLst>
                <a:ext uri="{FF2B5EF4-FFF2-40B4-BE49-F238E27FC236}">
                  <a16:creationId xmlns:a16="http://schemas.microsoft.com/office/drawing/2014/main" id="{BE511925-ABCC-84CB-4C72-5CC293A07710}"/>
                </a:ext>
              </a:extLst>
            </p:cNvPr>
            <p:cNvCxnSpPr>
              <a:cxnSpLocks/>
            </p:cNvCxnSpPr>
            <p:nvPr/>
          </p:nvCxnSpPr>
          <p:spPr>
            <a:xfrm>
              <a:off x="1505858" y="2742598"/>
              <a:ext cx="326667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79" name="TextBox 1078">
            <a:extLst>
              <a:ext uri="{FF2B5EF4-FFF2-40B4-BE49-F238E27FC236}">
                <a16:creationId xmlns:a16="http://schemas.microsoft.com/office/drawing/2014/main" id="{583826EA-6967-E8C1-4574-B7C48FEE3AA1}"/>
              </a:ext>
            </a:extLst>
          </p:cNvPr>
          <p:cNvSpPr txBox="1"/>
          <p:nvPr/>
        </p:nvSpPr>
        <p:spPr>
          <a:xfrm>
            <a:off x="4650308" y="4134388"/>
            <a:ext cx="811441" cy="246221"/>
          </a:xfrm>
          <a:prstGeom prst="rect">
            <a:avLst/>
          </a:prstGeom>
          <a:noFill/>
        </p:spPr>
        <p:txBody>
          <a:bodyPr wrap="none" rtlCol="0">
            <a:spAutoFit/>
          </a:bodyPr>
          <a:lstStyle/>
          <a:p>
            <a:r>
              <a:rPr lang="en-US" sz="1000" b="1"/>
              <a:t>[Not found]</a:t>
            </a:r>
          </a:p>
        </p:txBody>
      </p:sp>
      <p:grpSp>
        <p:nvGrpSpPr>
          <p:cNvPr id="1080" name="Group 1079">
            <a:extLst>
              <a:ext uri="{FF2B5EF4-FFF2-40B4-BE49-F238E27FC236}">
                <a16:creationId xmlns:a16="http://schemas.microsoft.com/office/drawing/2014/main" id="{0BE9D790-2248-190F-EE3C-CA9DEB592F25}"/>
              </a:ext>
            </a:extLst>
          </p:cNvPr>
          <p:cNvGrpSpPr/>
          <p:nvPr/>
        </p:nvGrpSpPr>
        <p:grpSpPr>
          <a:xfrm>
            <a:off x="4482979" y="4535102"/>
            <a:ext cx="3038447" cy="246221"/>
            <a:chOff x="432780" y="1666816"/>
            <a:chExt cx="3260772" cy="264237"/>
          </a:xfrm>
        </p:grpSpPr>
        <p:sp>
          <p:nvSpPr>
            <p:cNvPr id="1081" name="TextBox 1080">
              <a:extLst>
                <a:ext uri="{FF2B5EF4-FFF2-40B4-BE49-F238E27FC236}">
                  <a16:creationId xmlns:a16="http://schemas.microsoft.com/office/drawing/2014/main" id="{94805F0C-7239-D7FE-5915-E1FD66F1D303}"/>
                </a:ext>
              </a:extLst>
            </p:cNvPr>
            <p:cNvSpPr txBox="1"/>
            <p:nvPr/>
          </p:nvSpPr>
          <p:spPr>
            <a:xfrm>
              <a:off x="450796" y="1666816"/>
              <a:ext cx="1751605" cy="264237"/>
            </a:xfrm>
            <a:prstGeom prst="rect">
              <a:avLst/>
            </a:prstGeom>
            <a:noFill/>
          </p:spPr>
          <p:txBody>
            <a:bodyPr wrap="none" rtlCol="0">
              <a:spAutoFit/>
            </a:bodyPr>
            <a:lstStyle/>
            <a:p>
              <a:r>
                <a:rPr lang="en-US" sz="1000"/>
                <a:t>createUser(email, name, ...)</a:t>
              </a:r>
            </a:p>
          </p:txBody>
        </p:sp>
        <p:cxnSp>
          <p:nvCxnSpPr>
            <p:cNvPr id="1082" name="Straight Arrow Connector 1081">
              <a:extLst>
                <a:ext uri="{FF2B5EF4-FFF2-40B4-BE49-F238E27FC236}">
                  <a16:creationId xmlns:a16="http://schemas.microsoft.com/office/drawing/2014/main" id="{41C1A445-7E4D-383C-F7C6-B534649D7187}"/>
                </a:ext>
              </a:extLst>
            </p:cNvPr>
            <p:cNvCxnSpPr>
              <a:cxnSpLocks/>
            </p:cNvCxnSpPr>
            <p:nvPr/>
          </p:nvCxnSpPr>
          <p:spPr>
            <a:xfrm>
              <a:off x="432780" y="1922259"/>
              <a:ext cx="32607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84" name="TextBox 1083">
            <a:extLst>
              <a:ext uri="{FF2B5EF4-FFF2-40B4-BE49-F238E27FC236}">
                <a16:creationId xmlns:a16="http://schemas.microsoft.com/office/drawing/2014/main" id="{BE5C36C7-4035-B688-F03C-62A58ACAAE01}"/>
              </a:ext>
            </a:extLst>
          </p:cNvPr>
          <p:cNvSpPr txBox="1"/>
          <p:nvPr/>
        </p:nvSpPr>
        <p:spPr>
          <a:xfrm>
            <a:off x="4652030" y="5317514"/>
            <a:ext cx="2377574" cy="246221"/>
          </a:xfrm>
          <a:prstGeom prst="rect">
            <a:avLst/>
          </a:prstGeom>
          <a:noFill/>
        </p:spPr>
        <p:txBody>
          <a:bodyPr wrap="none" rtlCol="0">
            <a:spAutoFit/>
          </a:bodyPr>
          <a:lstStyle/>
          <a:p>
            <a:r>
              <a:rPr lang="en-US" sz="1000"/>
              <a:t>createAppToken(userId, SECRET, expireIn)</a:t>
            </a:r>
          </a:p>
        </p:txBody>
      </p:sp>
      <p:grpSp>
        <p:nvGrpSpPr>
          <p:cNvPr id="1085" name="Group 1084">
            <a:extLst>
              <a:ext uri="{FF2B5EF4-FFF2-40B4-BE49-F238E27FC236}">
                <a16:creationId xmlns:a16="http://schemas.microsoft.com/office/drawing/2014/main" id="{E24BE026-31EF-1A37-9B16-6067EA632653}"/>
              </a:ext>
            </a:extLst>
          </p:cNvPr>
          <p:cNvGrpSpPr/>
          <p:nvPr/>
        </p:nvGrpSpPr>
        <p:grpSpPr>
          <a:xfrm>
            <a:off x="4475174" y="4918822"/>
            <a:ext cx="3043945" cy="257791"/>
            <a:chOff x="1505858" y="2465944"/>
            <a:chExt cx="3266672" cy="276654"/>
          </a:xfrm>
        </p:grpSpPr>
        <p:sp>
          <p:nvSpPr>
            <p:cNvPr id="1086" name="TextBox 1085">
              <a:extLst>
                <a:ext uri="{FF2B5EF4-FFF2-40B4-BE49-F238E27FC236}">
                  <a16:creationId xmlns:a16="http://schemas.microsoft.com/office/drawing/2014/main" id="{AE3E18DC-C72E-3E2A-E851-EAF82FF31BA9}"/>
                </a:ext>
              </a:extLst>
            </p:cNvPr>
            <p:cNvSpPr txBox="1"/>
            <p:nvPr/>
          </p:nvSpPr>
          <p:spPr>
            <a:xfrm>
              <a:off x="4002469" y="2465944"/>
              <a:ext cx="440740" cy="264237"/>
            </a:xfrm>
            <a:prstGeom prst="rect">
              <a:avLst/>
            </a:prstGeom>
            <a:noFill/>
          </p:spPr>
          <p:txBody>
            <a:bodyPr wrap="none" rtlCol="0">
              <a:spAutoFit/>
            </a:bodyPr>
            <a:lstStyle/>
            <a:p>
              <a:r>
                <a:rPr lang="en-US" sz="1000"/>
                <a:t>user</a:t>
              </a:r>
            </a:p>
          </p:txBody>
        </p:sp>
        <p:cxnSp>
          <p:nvCxnSpPr>
            <p:cNvPr id="1087" name="Straight Arrow Connector 1086">
              <a:extLst>
                <a:ext uri="{FF2B5EF4-FFF2-40B4-BE49-F238E27FC236}">
                  <a16:creationId xmlns:a16="http://schemas.microsoft.com/office/drawing/2014/main" id="{AE8AADBF-1816-74DE-31BF-2EBDE3925AB6}"/>
                </a:ext>
              </a:extLst>
            </p:cNvPr>
            <p:cNvCxnSpPr>
              <a:cxnSpLocks/>
            </p:cNvCxnSpPr>
            <p:nvPr/>
          </p:nvCxnSpPr>
          <p:spPr>
            <a:xfrm>
              <a:off x="1505858" y="2742598"/>
              <a:ext cx="326667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91" name="Arc 1090">
            <a:extLst>
              <a:ext uri="{FF2B5EF4-FFF2-40B4-BE49-F238E27FC236}">
                <a16:creationId xmlns:a16="http://schemas.microsoft.com/office/drawing/2014/main" id="{BDFBE802-8F75-0080-8AD7-0AFEF4B495ED}"/>
              </a:ext>
            </a:extLst>
          </p:cNvPr>
          <p:cNvSpPr/>
          <p:nvPr/>
        </p:nvSpPr>
        <p:spPr>
          <a:xfrm>
            <a:off x="4293566" y="5311030"/>
            <a:ext cx="356742" cy="217976"/>
          </a:xfrm>
          <a:prstGeom prst="arc">
            <a:avLst>
              <a:gd name="adj1" fmla="val 16200000"/>
              <a:gd name="adj2" fmla="val 476288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092" name="Group 1091">
            <a:extLst>
              <a:ext uri="{FF2B5EF4-FFF2-40B4-BE49-F238E27FC236}">
                <a16:creationId xmlns:a16="http://schemas.microsoft.com/office/drawing/2014/main" id="{18095ED6-7AEA-74A6-9EBD-B0FFA439B4F9}"/>
              </a:ext>
            </a:extLst>
          </p:cNvPr>
          <p:cNvGrpSpPr/>
          <p:nvPr/>
        </p:nvGrpSpPr>
        <p:grpSpPr>
          <a:xfrm>
            <a:off x="2344661" y="5392514"/>
            <a:ext cx="2007644" cy="246221"/>
            <a:chOff x="868963" y="2498990"/>
            <a:chExt cx="2154545" cy="264237"/>
          </a:xfrm>
        </p:grpSpPr>
        <p:sp>
          <p:nvSpPr>
            <p:cNvPr id="1093" name="TextBox 1092">
              <a:extLst>
                <a:ext uri="{FF2B5EF4-FFF2-40B4-BE49-F238E27FC236}">
                  <a16:creationId xmlns:a16="http://schemas.microsoft.com/office/drawing/2014/main" id="{8FB99145-D54C-39FB-5CCF-8BFD22CB6DC5}"/>
                </a:ext>
              </a:extLst>
            </p:cNvPr>
            <p:cNvSpPr txBox="1"/>
            <p:nvPr/>
          </p:nvSpPr>
          <p:spPr>
            <a:xfrm>
              <a:off x="881379" y="2498990"/>
              <a:ext cx="2013091" cy="264237"/>
            </a:xfrm>
            <a:prstGeom prst="rect">
              <a:avLst/>
            </a:prstGeom>
            <a:noFill/>
          </p:spPr>
          <p:txBody>
            <a:bodyPr wrap="none" rtlCol="0">
              <a:spAutoFit/>
            </a:bodyPr>
            <a:lstStyle/>
            <a:p>
              <a:r>
                <a:rPr lang="en-US" sz="1000"/>
                <a:t>200 Login success full, appToken</a:t>
              </a:r>
            </a:p>
          </p:txBody>
        </p:sp>
        <p:cxnSp>
          <p:nvCxnSpPr>
            <p:cNvPr id="1094" name="Straight Arrow Connector 1093">
              <a:extLst>
                <a:ext uri="{FF2B5EF4-FFF2-40B4-BE49-F238E27FC236}">
                  <a16:creationId xmlns:a16="http://schemas.microsoft.com/office/drawing/2014/main" id="{325C5150-EC1F-C3A0-D16F-56D7A5E8FF33}"/>
                </a:ext>
              </a:extLst>
            </p:cNvPr>
            <p:cNvCxnSpPr>
              <a:cxnSpLocks/>
            </p:cNvCxnSpPr>
            <p:nvPr/>
          </p:nvCxnSpPr>
          <p:spPr>
            <a:xfrm>
              <a:off x="868963" y="2742598"/>
              <a:ext cx="21545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96" name="TextBox 1095">
            <a:extLst>
              <a:ext uri="{FF2B5EF4-FFF2-40B4-BE49-F238E27FC236}">
                <a16:creationId xmlns:a16="http://schemas.microsoft.com/office/drawing/2014/main" id="{B10FCE8B-B67F-628D-50F6-A8344E0B6BD0}"/>
              </a:ext>
            </a:extLst>
          </p:cNvPr>
          <p:cNvSpPr txBox="1"/>
          <p:nvPr/>
        </p:nvSpPr>
        <p:spPr>
          <a:xfrm>
            <a:off x="2510043" y="5773752"/>
            <a:ext cx="960519" cy="246221"/>
          </a:xfrm>
          <a:prstGeom prst="rect">
            <a:avLst/>
          </a:prstGeom>
          <a:noFill/>
        </p:spPr>
        <p:txBody>
          <a:bodyPr wrap="none" rtlCol="0">
            <a:spAutoFit/>
          </a:bodyPr>
          <a:lstStyle/>
          <a:p>
            <a:r>
              <a:rPr lang="en-US" sz="1000"/>
              <a:t>save appToken</a:t>
            </a:r>
          </a:p>
        </p:txBody>
      </p:sp>
      <p:sp>
        <p:nvSpPr>
          <p:cNvPr id="1097" name="Arc 1096">
            <a:extLst>
              <a:ext uri="{FF2B5EF4-FFF2-40B4-BE49-F238E27FC236}">
                <a16:creationId xmlns:a16="http://schemas.microsoft.com/office/drawing/2014/main" id="{A209EC32-4B88-DEBE-2308-0DE69B3357B7}"/>
              </a:ext>
            </a:extLst>
          </p:cNvPr>
          <p:cNvSpPr/>
          <p:nvPr/>
        </p:nvSpPr>
        <p:spPr>
          <a:xfrm>
            <a:off x="2165152" y="5787161"/>
            <a:ext cx="356742" cy="217976"/>
          </a:xfrm>
          <a:prstGeom prst="arc">
            <a:avLst>
              <a:gd name="adj1" fmla="val 16200000"/>
              <a:gd name="adj2" fmla="val 476288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098" name="Group 1097">
            <a:extLst>
              <a:ext uri="{FF2B5EF4-FFF2-40B4-BE49-F238E27FC236}">
                <a16:creationId xmlns:a16="http://schemas.microsoft.com/office/drawing/2014/main" id="{09183213-79BD-0A1E-7764-AE3F540A361B}"/>
              </a:ext>
            </a:extLst>
          </p:cNvPr>
          <p:cNvGrpSpPr/>
          <p:nvPr/>
        </p:nvGrpSpPr>
        <p:grpSpPr>
          <a:xfrm>
            <a:off x="896464" y="5889489"/>
            <a:ext cx="1336869" cy="246221"/>
            <a:chOff x="1588819" y="2498990"/>
            <a:chExt cx="1434689" cy="264237"/>
          </a:xfrm>
        </p:grpSpPr>
        <p:sp>
          <p:nvSpPr>
            <p:cNvPr id="1099" name="TextBox 1098">
              <a:extLst>
                <a:ext uri="{FF2B5EF4-FFF2-40B4-BE49-F238E27FC236}">
                  <a16:creationId xmlns:a16="http://schemas.microsoft.com/office/drawing/2014/main" id="{54EC98F7-E149-2A54-9DC0-4B48F9F589AB}"/>
                </a:ext>
              </a:extLst>
            </p:cNvPr>
            <p:cNvSpPr txBox="1"/>
            <p:nvPr/>
          </p:nvSpPr>
          <p:spPr>
            <a:xfrm>
              <a:off x="1829590" y="2498990"/>
              <a:ext cx="956830" cy="264237"/>
            </a:xfrm>
            <a:prstGeom prst="rect">
              <a:avLst/>
            </a:prstGeom>
            <a:noFill/>
          </p:spPr>
          <p:txBody>
            <a:bodyPr wrap="none" rtlCol="0">
              <a:spAutoFit/>
            </a:bodyPr>
            <a:lstStyle/>
            <a:p>
              <a:r>
                <a:rPr lang="en-US" sz="1000"/>
                <a:t>Dashboard UI</a:t>
              </a:r>
            </a:p>
          </p:txBody>
        </p:sp>
        <p:cxnSp>
          <p:nvCxnSpPr>
            <p:cNvPr id="1100" name="Straight Arrow Connector 1099">
              <a:extLst>
                <a:ext uri="{FF2B5EF4-FFF2-40B4-BE49-F238E27FC236}">
                  <a16:creationId xmlns:a16="http://schemas.microsoft.com/office/drawing/2014/main" id="{52248857-7459-E55D-3EAD-9A9558421A95}"/>
                </a:ext>
              </a:extLst>
            </p:cNvPr>
            <p:cNvCxnSpPr>
              <a:cxnSpLocks/>
            </p:cNvCxnSpPr>
            <p:nvPr/>
          </p:nvCxnSpPr>
          <p:spPr>
            <a:xfrm>
              <a:off x="1588819" y="2742598"/>
              <a:ext cx="1434689"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110" name="Rectangle: Single Corner Snipped 1109">
            <a:extLst>
              <a:ext uri="{FF2B5EF4-FFF2-40B4-BE49-F238E27FC236}">
                <a16:creationId xmlns:a16="http://schemas.microsoft.com/office/drawing/2014/main" id="{0898FE25-A9AD-A43B-8E28-F40B7912A8EA}"/>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111" name="TextBox 1110">
            <a:extLst>
              <a:ext uri="{FF2B5EF4-FFF2-40B4-BE49-F238E27FC236}">
                <a16:creationId xmlns:a16="http://schemas.microsoft.com/office/drawing/2014/main" id="{428270BA-088C-29DA-FAD7-044A77562CB7}"/>
              </a:ext>
            </a:extLst>
          </p:cNvPr>
          <p:cNvSpPr txBox="1"/>
          <p:nvPr/>
        </p:nvSpPr>
        <p:spPr>
          <a:xfrm>
            <a:off x="1168887" y="904363"/>
            <a:ext cx="875561" cy="276999"/>
          </a:xfrm>
          <a:prstGeom prst="rect">
            <a:avLst/>
          </a:prstGeom>
          <a:noFill/>
        </p:spPr>
        <p:txBody>
          <a:bodyPr wrap="none" rtlCol="0">
            <a:spAutoFit/>
          </a:bodyPr>
          <a:lstStyle/>
          <a:p>
            <a:r>
              <a:rPr lang="en-US" sz="1200" b="1"/>
              <a:t>Đăng nhập</a:t>
            </a:r>
          </a:p>
        </p:txBody>
      </p:sp>
    </p:spTree>
    <p:extLst>
      <p:ext uri="{BB962C8B-B14F-4D97-AF65-F5344CB8AC3E}">
        <p14:creationId xmlns:p14="http://schemas.microsoft.com/office/powerpoint/2010/main" val="1286522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0B5C-9CC4-D23E-63D5-082D099CEE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ED51A0-1A4D-FA83-AA26-496C0FA9F6BE}"/>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76E0F4CA-7EB4-7112-DA94-2B7FB9AF6CD2}"/>
              </a:ext>
            </a:extLst>
          </p:cNvPr>
          <p:cNvSpPr>
            <a:spLocks noGrp="1"/>
          </p:cNvSpPr>
          <p:nvPr>
            <p:ph type="title"/>
          </p:nvPr>
        </p:nvSpPr>
        <p:spPr/>
        <p:txBody>
          <a:bodyPr/>
          <a:lstStyle/>
          <a:p>
            <a:r>
              <a:rPr lang="en-US"/>
              <a:t>Tạo dự án mới</a:t>
            </a:r>
          </a:p>
        </p:txBody>
      </p:sp>
      <p:grpSp>
        <p:nvGrpSpPr>
          <p:cNvPr id="65" name="Group 64">
            <a:extLst>
              <a:ext uri="{FF2B5EF4-FFF2-40B4-BE49-F238E27FC236}">
                <a16:creationId xmlns:a16="http://schemas.microsoft.com/office/drawing/2014/main" id="{701F14C8-5049-2B39-79DD-6D4790B82DDF}"/>
              </a:ext>
            </a:extLst>
          </p:cNvPr>
          <p:cNvGrpSpPr/>
          <p:nvPr/>
        </p:nvGrpSpPr>
        <p:grpSpPr>
          <a:xfrm>
            <a:off x="191404" y="1228489"/>
            <a:ext cx="8188024" cy="3892151"/>
            <a:chOff x="191404" y="1228489"/>
            <a:chExt cx="8188024" cy="3892151"/>
          </a:xfrm>
        </p:grpSpPr>
        <p:sp>
          <p:nvSpPr>
            <p:cNvPr id="1103" name="Rectangle 1102">
              <a:extLst>
                <a:ext uri="{FF2B5EF4-FFF2-40B4-BE49-F238E27FC236}">
                  <a16:creationId xmlns:a16="http://schemas.microsoft.com/office/drawing/2014/main" id="{24E1474D-AA8E-2351-95D5-0237379BE6A2}"/>
                </a:ext>
              </a:extLst>
            </p:cNvPr>
            <p:cNvSpPr/>
            <p:nvPr/>
          </p:nvSpPr>
          <p:spPr>
            <a:xfrm>
              <a:off x="203721" y="1229721"/>
              <a:ext cx="8175707" cy="388453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42" name="Group 41">
              <a:extLst>
                <a:ext uri="{FF2B5EF4-FFF2-40B4-BE49-F238E27FC236}">
                  <a16:creationId xmlns:a16="http://schemas.microsoft.com/office/drawing/2014/main" id="{CE1F8EC1-5DF4-FCD9-3508-3AD937DE356B}"/>
                </a:ext>
              </a:extLst>
            </p:cNvPr>
            <p:cNvGrpSpPr/>
            <p:nvPr/>
          </p:nvGrpSpPr>
          <p:grpSpPr>
            <a:xfrm>
              <a:off x="1242514" y="2394578"/>
              <a:ext cx="6085803" cy="2726062"/>
              <a:chOff x="1105354" y="1695209"/>
              <a:chExt cx="6085803" cy="4046981"/>
            </a:xfrm>
          </p:grpSpPr>
          <p:cxnSp>
            <p:nvCxnSpPr>
              <p:cNvPr id="16" name="Straight Connector 15">
                <a:extLst>
                  <a:ext uri="{FF2B5EF4-FFF2-40B4-BE49-F238E27FC236}">
                    <a16:creationId xmlns:a16="http://schemas.microsoft.com/office/drawing/2014/main" id="{3392983E-1F9A-EC77-F524-07E44F9336F0}"/>
                  </a:ext>
                </a:extLst>
              </p:cNvPr>
              <p:cNvCxnSpPr>
                <a:cxnSpLocks/>
                <a:stCxn id="107" idx="2"/>
              </p:cNvCxnSpPr>
              <p:nvPr/>
            </p:nvCxnSpPr>
            <p:spPr>
              <a:xfrm flipH="1">
                <a:off x="2496893" y="1695209"/>
                <a:ext cx="1" cy="400625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856EE1A-BE81-C08E-9388-19E4EFC71BC5}"/>
                  </a:ext>
                </a:extLst>
              </p:cNvPr>
              <p:cNvCxnSpPr>
                <a:cxnSpLocks/>
              </p:cNvCxnSpPr>
              <p:nvPr/>
            </p:nvCxnSpPr>
            <p:spPr>
              <a:xfrm>
                <a:off x="4858259" y="1699505"/>
                <a:ext cx="0" cy="400196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7035692-05D6-F121-1080-C448E4286633}"/>
                  </a:ext>
                </a:extLst>
              </p:cNvPr>
              <p:cNvCxnSpPr>
                <a:cxnSpLocks/>
              </p:cNvCxnSpPr>
              <p:nvPr/>
            </p:nvCxnSpPr>
            <p:spPr>
              <a:xfrm>
                <a:off x="7191157" y="1695210"/>
                <a:ext cx="0" cy="396553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08C81B4-F7D1-1F9F-D05A-BB8CE280E53F}"/>
                  </a:ext>
                </a:extLst>
              </p:cNvPr>
              <p:cNvCxnSpPr>
                <a:cxnSpLocks/>
              </p:cNvCxnSpPr>
              <p:nvPr/>
            </p:nvCxnSpPr>
            <p:spPr>
              <a:xfrm>
                <a:off x="1105354" y="1695210"/>
                <a:ext cx="0" cy="404698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
          <p:nvSpPr>
            <p:cNvPr id="107" name="Rectangle 106">
              <a:extLst>
                <a:ext uri="{FF2B5EF4-FFF2-40B4-BE49-F238E27FC236}">
                  <a16:creationId xmlns:a16="http://schemas.microsoft.com/office/drawing/2014/main" id="{275DCEFC-17C2-90F8-F9E7-189C05B5F948}"/>
                </a:ext>
              </a:extLst>
            </p:cNvPr>
            <p:cNvSpPr/>
            <p:nvPr/>
          </p:nvSpPr>
          <p:spPr>
            <a:xfrm>
              <a:off x="2047708"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09" name="Rectangle 108">
              <a:extLst>
                <a:ext uri="{FF2B5EF4-FFF2-40B4-BE49-F238E27FC236}">
                  <a16:creationId xmlns:a16="http://schemas.microsoft.com/office/drawing/2014/main" id="{9DFEF41D-795C-3793-8FEA-AC4CF08A7644}"/>
                </a:ext>
              </a:extLst>
            </p:cNvPr>
            <p:cNvSpPr/>
            <p:nvPr/>
          </p:nvSpPr>
          <p:spPr>
            <a:xfrm>
              <a:off x="4409074" y="1872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120" name="Rectangle 119">
              <a:extLst>
                <a:ext uri="{FF2B5EF4-FFF2-40B4-BE49-F238E27FC236}">
                  <a16:creationId xmlns:a16="http://schemas.microsoft.com/office/drawing/2014/main" id="{E2EEA353-7E17-F02D-BDF1-DC612DA1C7A2}"/>
                </a:ext>
              </a:extLst>
            </p:cNvPr>
            <p:cNvSpPr/>
            <p:nvPr/>
          </p:nvSpPr>
          <p:spPr>
            <a:xfrm>
              <a:off x="6741971"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17" name="Group 16">
              <a:extLst>
                <a:ext uri="{FF2B5EF4-FFF2-40B4-BE49-F238E27FC236}">
                  <a16:creationId xmlns:a16="http://schemas.microsoft.com/office/drawing/2014/main" id="{3B3DD3DE-FC80-1A51-60E5-4FB5DF79702E}"/>
                </a:ext>
              </a:extLst>
            </p:cNvPr>
            <p:cNvGrpSpPr/>
            <p:nvPr/>
          </p:nvGrpSpPr>
          <p:grpSpPr>
            <a:xfrm>
              <a:off x="742232" y="1639115"/>
              <a:ext cx="1000564" cy="808020"/>
              <a:chOff x="-129155" y="924202"/>
              <a:chExt cx="1073776" cy="867143"/>
            </a:xfrm>
          </p:grpSpPr>
          <p:grpSp>
            <p:nvGrpSpPr>
              <p:cNvPr id="8" name="Group 7">
                <a:extLst>
                  <a:ext uri="{FF2B5EF4-FFF2-40B4-BE49-F238E27FC236}">
                    <a16:creationId xmlns:a16="http://schemas.microsoft.com/office/drawing/2014/main" id="{37655700-F8EA-7150-928E-A7D3FE74F4DE}"/>
                  </a:ext>
                </a:extLst>
              </p:cNvPr>
              <p:cNvGrpSpPr/>
              <p:nvPr/>
            </p:nvGrpSpPr>
            <p:grpSpPr>
              <a:xfrm>
                <a:off x="232341" y="924202"/>
                <a:ext cx="350785" cy="602906"/>
                <a:chOff x="1044226" y="1792224"/>
                <a:chExt cx="493522" cy="848233"/>
              </a:xfrm>
            </p:grpSpPr>
            <p:sp>
              <p:nvSpPr>
                <p:cNvPr id="10" name="Oval 9">
                  <a:extLst>
                    <a:ext uri="{FF2B5EF4-FFF2-40B4-BE49-F238E27FC236}">
                      <a16:creationId xmlns:a16="http://schemas.microsoft.com/office/drawing/2014/main" id="{0AEB8185-17D5-E473-787C-C427A9F0AD87}"/>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1" name="Straight Connector 10">
                  <a:extLst>
                    <a:ext uri="{FF2B5EF4-FFF2-40B4-BE49-F238E27FC236}">
                      <a16:creationId xmlns:a16="http://schemas.microsoft.com/office/drawing/2014/main" id="{1DE9F55D-3B5C-14CA-378F-DD11C89D95E6}"/>
                    </a:ext>
                  </a:extLst>
                </p:cNvPr>
                <p:cNvCxnSpPr>
                  <a:cxnSpLocks/>
                  <a:stCxn id="1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D8D086D-6D10-A723-9DDE-084AD33F3C86}"/>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F664639-BE08-FCBE-2A67-5D781BA8CB8A}"/>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6D7C29-19DE-0E06-9EB1-1B5855D9A5B5}"/>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41FD098-22F8-15AD-7C54-B3C00E014147}"/>
                  </a:ext>
                </a:extLst>
              </p:cNvPr>
              <p:cNvSpPr txBox="1"/>
              <p:nvPr/>
            </p:nvSpPr>
            <p:spPr>
              <a:xfrm>
                <a:off x="-129155" y="1527108"/>
                <a:ext cx="1073776" cy="264237"/>
              </a:xfrm>
              <a:prstGeom prst="rect">
                <a:avLst/>
              </a:prstGeom>
              <a:noFill/>
            </p:spPr>
            <p:txBody>
              <a:bodyPr wrap="square" rtlCol="0">
                <a:spAutoFit/>
              </a:bodyPr>
              <a:lstStyle/>
              <a:p>
                <a:pPr algn="ctr"/>
                <a:r>
                  <a:rPr lang="en-US" sz="1000" b="1"/>
                  <a:t>USER</a:t>
                </a:r>
              </a:p>
            </p:txBody>
          </p:sp>
        </p:grpSp>
        <p:sp>
          <p:nvSpPr>
            <p:cNvPr id="32" name="Rectangle 31">
              <a:extLst>
                <a:ext uri="{FF2B5EF4-FFF2-40B4-BE49-F238E27FC236}">
                  <a16:creationId xmlns:a16="http://schemas.microsoft.com/office/drawing/2014/main" id="{DEA4980E-AAFA-3C43-3A10-FBCF0302DE28}"/>
                </a:ext>
              </a:extLst>
            </p:cNvPr>
            <p:cNvSpPr/>
            <p:nvPr/>
          </p:nvSpPr>
          <p:spPr>
            <a:xfrm>
              <a:off x="2571924" y="2665525"/>
              <a:ext cx="124257" cy="2220082"/>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71" name="Group 70">
              <a:extLst>
                <a:ext uri="{FF2B5EF4-FFF2-40B4-BE49-F238E27FC236}">
                  <a16:creationId xmlns:a16="http://schemas.microsoft.com/office/drawing/2014/main" id="{D9F702DE-7EC1-B74B-7213-1B853C7D0146}"/>
                </a:ext>
              </a:extLst>
            </p:cNvPr>
            <p:cNvGrpSpPr/>
            <p:nvPr/>
          </p:nvGrpSpPr>
          <p:grpSpPr>
            <a:xfrm>
              <a:off x="1252504" y="2439358"/>
              <a:ext cx="1316179" cy="246221"/>
              <a:chOff x="432780" y="1666816"/>
              <a:chExt cx="1412485" cy="264237"/>
            </a:xfrm>
          </p:grpSpPr>
          <p:sp>
            <p:nvSpPr>
              <p:cNvPr id="69" name="TextBox 68">
                <a:extLst>
                  <a:ext uri="{FF2B5EF4-FFF2-40B4-BE49-F238E27FC236}">
                    <a16:creationId xmlns:a16="http://schemas.microsoft.com/office/drawing/2014/main" id="{87181005-94A9-71CE-DCFA-44F3C6459828}"/>
                  </a:ext>
                </a:extLst>
              </p:cNvPr>
              <p:cNvSpPr txBox="1"/>
              <p:nvPr/>
            </p:nvSpPr>
            <p:spPr>
              <a:xfrm>
                <a:off x="467209" y="1666816"/>
                <a:ext cx="1281964" cy="264237"/>
              </a:xfrm>
              <a:prstGeom prst="rect">
                <a:avLst/>
              </a:prstGeom>
              <a:noFill/>
            </p:spPr>
            <p:txBody>
              <a:bodyPr wrap="none" rtlCol="0">
                <a:spAutoFit/>
              </a:bodyPr>
              <a:lstStyle/>
              <a:p>
                <a:r>
                  <a:rPr lang="en-US" sz="1000"/>
                  <a:t>Click “New Project”</a:t>
                </a:r>
              </a:p>
            </p:txBody>
          </p:sp>
          <p:cxnSp>
            <p:nvCxnSpPr>
              <p:cNvPr id="67" name="Straight Arrow Connector 66">
                <a:extLst>
                  <a:ext uri="{FF2B5EF4-FFF2-40B4-BE49-F238E27FC236}">
                    <a16:creationId xmlns:a16="http://schemas.microsoft.com/office/drawing/2014/main" id="{B2B1501E-6F16-24C3-A852-F1D408E04A0E}"/>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2" name="Rectangle 91">
              <a:extLst>
                <a:ext uri="{FF2B5EF4-FFF2-40B4-BE49-F238E27FC236}">
                  <a16:creationId xmlns:a16="http://schemas.microsoft.com/office/drawing/2014/main" id="{0F28047B-9C23-1B18-EEC9-3C2FE34B5DB8}"/>
                </a:ext>
              </a:extLst>
            </p:cNvPr>
            <p:cNvSpPr/>
            <p:nvPr/>
          </p:nvSpPr>
          <p:spPr>
            <a:xfrm>
              <a:off x="4931565" y="3461020"/>
              <a:ext cx="124257" cy="113045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2" name="Group 101">
              <a:extLst>
                <a:ext uri="{FF2B5EF4-FFF2-40B4-BE49-F238E27FC236}">
                  <a16:creationId xmlns:a16="http://schemas.microsoft.com/office/drawing/2014/main" id="{2C0DBDD0-A23C-7416-E6D2-15232EFFE253}"/>
                </a:ext>
              </a:extLst>
            </p:cNvPr>
            <p:cNvGrpSpPr/>
            <p:nvPr/>
          </p:nvGrpSpPr>
          <p:grpSpPr>
            <a:xfrm>
              <a:off x="2662454" y="3233957"/>
              <a:ext cx="2425664" cy="246221"/>
              <a:chOff x="261098" y="1666816"/>
              <a:chExt cx="2603152" cy="264237"/>
            </a:xfrm>
          </p:grpSpPr>
          <p:sp>
            <p:nvSpPr>
              <p:cNvPr id="103" name="TextBox 102">
                <a:extLst>
                  <a:ext uri="{FF2B5EF4-FFF2-40B4-BE49-F238E27FC236}">
                    <a16:creationId xmlns:a16="http://schemas.microsoft.com/office/drawing/2014/main" id="{DAAFC8C9-AD40-2097-3E49-3A78604111E5}"/>
                  </a:ext>
                </a:extLst>
              </p:cNvPr>
              <p:cNvSpPr txBox="1"/>
              <p:nvPr/>
            </p:nvSpPr>
            <p:spPr>
              <a:xfrm>
                <a:off x="261098" y="1666816"/>
                <a:ext cx="2603152" cy="264237"/>
              </a:xfrm>
              <a:prstGeom prst="rect">
                <a:avLst/>
              </a:prstGeom>
              <a:noFill/>
            </p:spPr>
            <p:txBody>
              <a:bodyPr wrap="none" rtlCol="0">
                <a:spAutoFit/>
              </a:bodyPr>
              <a:lstStyle/>
              <a:p>
                <a:r>
                  <a:rPr lang="en-US" sz="1000"/>
                  <a:t>POST /api/projects {appToken, projectInfo}</a:t>
                </a:r>
              </a:p>
            </p:txBody>
          </p:sp>
          <p:cxnSp>
            <p:nvCxnSpPr>
              <p:cNvPr id="105" name="Straight Arrow Connector 104">
                <a:extLst>
                  <a:ext uri="{FF2B5EF4-FFF2-40B4-BE49-F238E27FC236}">
                    <a16:creationId xmlns:a16="http://schemas.microsoft.com/office/drawing/2014/main" id="{3D9E67DF-79E9-C9C3-6D73-F817AD9EED48}"/>
                  </a:ext>
                </a:extLst>
              </p:cNvPr>
              <p:cNvCxnSpPr>
                <a:cxnSpLocks/>
              </p:cNvCxnSpPr>
              <p:nvPr/>
            </p:nvCxnSpPr>
            <p:spPr>
              <a:xfrm>
                <a:off x="299669" y="1922259"/>
                <a:ext cx="23905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754A43C5-9738-EFF2-1E6B-F2B08B849E09}"/>
                </a:ext>
              </a:extLst>
            </p:cNvPr>
            <p:cNvGrpSpPr/>
            <p:nvPr/>
          </p:nvGrpSpPr>
          <p:grpSpPr>
            <a:xfrm>
              <a:off x="5026034" y="3744918"/>
              <a:ext cx="2547492" cy="246221"/>
              <a:chOff x="390222" y="1274111"/>
              <a:chExt cx="2733895" cy="264237"/>
            </a:xfrm>
          </p:grpSpPr>
          <p:sp>
            <p:nvSpPr>
              <p:cNvPr id="116" name="TextBox 115">
                <a:extLst>
                  <a:ext uri="{FF2B5EF4-FFF2-40B4-BE49-F238E27FC236}">
                    <a16:creationId xmlns:a16="http://schemas.microsoft.com/office/drawing/2014/main" id="{DD773AD8-468F-89B1-9607-0CEA721C581F}"/>
                  </a:ext>
                </a:extLst>
              </p:cNvPr>
              <p:cNvSpPr txBox="1"/>
              <p:nvPr/>
            </p:nvSpPr>
            <p:spPr>
              <a:xfrm>
                <a:off x="390222" y="1274111"/>
                <a:ext cx="2733895" cy="264237"/>
              </a:xfrm>
              <a:prstGeom prst="rect">
                <a:avLst/>
              </a:prstGeom>
              <a:noFill/>
            </p:spPr>
            <p:txBody>
              <a:bodyPr wrap="none" rtlCol="0">
                <a:spAutoFit/>
              </a:bodyPr>
              <a:lstStyle/>
              <a:p>
                <a:r>
                  <a:rPr lang="en-US" sz="1000"/>
                  <a:t>createProject(projectInfo, role=“OWNER”, ...)</a:t>
                </a:r>
              </a:p>
            </p:txBody>
          </p:sp>
          <p:cxnSp>
            <p:nvCxnSpPr>
              <p:cNvPr id="117" name="Straight Arrow Connector 116">
                <a:extLst>
                  <a:ext uri="{FF2B5EF4-FFF2-40B4-BE49-F238E27FC236}">
                    <a16:creationId xmlns:a16="http://schemas.microsoft.com/office/drawing/2014/main" id="{849D7ADC-27BD-BFED-A9AB-198F4E960075}"/>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id="{9BFB40B5-AEF6-B844-0002-8CC844A3D72B}"/>
                </a:ext>
              </a:extLst>
            </p:cNvPr>
            <p:cNvSpPr/>
            <p:nvPr/>
          </p:nvSpPr>
          <p:spPr>
            <a:xfrm>
              <a:off x="7266187" y="3984892"/>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62" name="Group 1061">
              <a:extLst>
                <a:ext uri="{FF2B5EF4-FFF2-40B4-BE49-F238E27FC236}">
                  <a16:creationId xmlns:a16="http://schemas.microsoft.com/office/drawing/2014/main" id="{5497CE7F-DC88-9979-22DB-3D1AB130E592}"/>
                </a:ext>
              </a:extLst>
            </p:cNvPr>
            <p:cNvGrpSpPr/>
            <p:nvPr/>
          </p:nvGrpSpPr>
          <p:grpSpPr>
            <a:xfrm>
              <a:off x="5062954" y="3989408"/>
              <a:ext cx="2198388" cy="246221"/>
              <a:chOff x="1505858" y="2498990"/>
              <a:chExt cx="2359245" cy="264237"/>
            </a:xfrm>
          </p:grpSpPr>
          <p:sp>
            <p:nvSpPr>
              <p:cNvPr id="1063" name="TextBox 1062">
                <a:extLst>
                  <a:ext uri="{FF2B5EF4-FFF2-40B4-BE49-F238E27FC236}">
                    <a16:creationId xmlns:a16="http://schemas.microsoft.com/office/drawing/2014/main" id="{4CD95501-B484-6A4F-D6EB-DE1E6B4FA3E7}"/>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1064" name="Straight Arrow Connector 1063">
                <a:extLst>
                  <a:ext uri="{FF2B5EF4-FFF2-40B4-BE49-F238E27FC236}">
                    <a16:creationId xmlns:a16="http://schemas.microsoft.com/office/drawing/2014/main" id="{072F45FD-8830-E744-DC26-6F86BB925F6D}"/>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092" name="Group 1091">
              <a:extLst>
                <a:ext uri="{FF2B5EF4-FFF2-40B4-BE49-F238E27FC236}">
                  <a16:creationId xmlns:a16="http://schemas.microsoft.com/office/drawing/2014/main" id="{A9F0A194-848A-A4EA-8084-37566992E1DE}"/>
                </a:ext>
              </a:extLst>
            </p:cNvPr>
            <p:cNvGrpSpPr/>
            <p:nvPr/>
          </p:nvGrpSpPr>
          <p:grpSpPr>
            <a:xfrm>
              <a:off x="2692941" y="4321538"/>
              <a:ext cx="2241644" cy="246221"/>
              <a:chOff x="868963" y="2498990"/>
              <a:chExt cx="2405667" cy="264237"/>
            </a:xfrm>
          </p:grpSpPr>
          <p:sp>
            <p:nvSpPr>
              <p:cNvPr id="1093" name="TextBox 1092">
                <a:extLst>
                  <a:ext uri="{FF2B5EF4-FFF2-40B4-BE49-F238E27FC236}">
                    <a16:creationId xmlns:a16="http://schemas.microsoft.com/office/drawing/2014/main" id="{3755D25F-737C-4472-AEAE-BD39F7D61162}"/>
                  </a:ext>
                </a:extLst>
              </p:cNvPr>
              <p:cNvSpPr txBox="1"/>
              <p:nvPr/>
            </p:nvSpPr>
            <p:spPr>
              <a:xfrm>
                <a:off x="1600524" y="2498990"/>
                <a:ext cx="874255" cy="264237"/>
              </a:xfrm>
              <a:prstGeom prst="rect">
                <a:avLst/>
              </a:prstGeom>
              <a:noFill/>
            </p:spPr>
            <p:txBody>
              <a:bodyPr wrap="none" rtlCol="0">
                <a:spAutoFit/>
              </a:bodyPr>
              <a:lstStyle/>
              <a:p>
                <a:r>
                  <a:rPr lang="en-US" sz="1000"/>
                  <a:t>201, project</a:t>
                </a:r>
              </a:p>
            </p:txBody>
          </p:sp>
          <p:cxnSp>
            <p:nvCxnSpPr>
              <p:cNvPr id="1094" name="Straight Arrow Connector 1093">
                <a:extLst>
                  <a:ext uri="{FF2B5EF4-FFF2-40B4-BE49-F238E27FC236}">
                    <a16:creationId xmlns:a16="http://schemas.microsoft.com/office/drawing/2014/main" id="{8A37DCB3-88C5-A376-BE3F-668883B4E4EA}"/>
                  </a:ext>
                </a:extLst>
              </p:cNvPr>
              <p:cNvCxnSpPr>
                <a:cxnSpLocks/>
              </p:cNvCxnSpPr>
              <p:nvPr/>
            </p:nvCxnSpPr>
            <p:spPr>
              <a:xfrm>
                <a:off x="868963" y="2742599"/>
                <a:ext cx="24056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96" name="TextBox 1095">
              <a:extLst>
                <a:ext uri="{FF2B5EF4-FFF2-40B4-BE49-F238E27FC236}">
                  <a16:creationId xmlns:a16="http://schemas.microsoft.com/office/drawing/2014/main" id="{84DD7492-44D3-89B4-C5DA-79DC43C0D82D}"/>
                </a:ext>
              </a:extLst>
            </p:cNvPr>
            <p:cNvSpPr txBox="1"/>
            <p:nvPr/>
          </p:nvSpPr>
          <p:spPr>
            <a:xfrm>
              <a:off x="5227517" y="3479392"/>
              <a:ext cx="1019831" cy="246221"/>
            </a:xfrm>
            <a:prstGeom prst="rect">
              <a:avLst/>
            </a:prstGeom>
            <a:noFill/>
          </p:spPr>
          <p:txBody>
            <a:bodyPr wrap="none" rtlCol="0">
              <a:spAutoFit/>
            </a:bodyPr>
            <a:lstStyle/>
            <a:p>
              <a:r>
                <a:rPr lang="en-US" sz="1000"/>
                <a:t>verify appToken</a:t>
              </a:r>
            </a:p>
          </p:txBody>
        </p:sp>
        <p:sp>
          <p:nvSpPr>
            <p:cNvPr id="1097" name="Arc 1096">
              <a:extLst>
                <a:ext uri="{FF2B5EF4-FFF2-40B4-BE49-F238E27FC236}">
                  <a16:creationId xmlns:a16="http://schemas.microsoft.com/office/drawing/2014/main" id="{6491AF6E-2FDA-426A-FF32-B713B37DBDEA}"/>
                </a:ext>
              </a:extLst>
            </p:cNvPr>
            <p:cNvSpPr/>
            <p:nvPr/>
          </p:nvSpPr>
          <p:spPr>
            <a:xfrm>
              <a:off x="4882626"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098" name="Group 1097">
              <a:extLst>
                <a:ext uri="{FF2B5EF4-FFF2-40B4-BE49-F238E27FC236}">
                  <a16:creationId xmlns:a16="http://schemas.microsoft.com/office/drawing/2014/main" id="{B312AC81-23CE-D7E5-3220-1A7B96F312C5}"/>
                </a:ext>
              </a:extLst>
            </p:cNvPr>
            <p:cNvGrpSpPr/>
            <p:nvPr/>
          </p:nvGrpSpPr>
          <p:grpSpPr>
            <a:xfrm>
              <a:off x="1300163" y="2693597"/>
              <a:ext cx="1281450" cy="246221"/>
              <a:chOff x="1648293" y="-1503191"/>
              <a:chExt cx="1375215" cy="264237"/>
            </a:xfrm>
          </p:grpSpPr>
          <p:sp>
            <p:nvSpPr>
              <p:cNvPr id="1099" name="TextBox 1098">
                <a:extLst>
                  <a:ext uri="{FF2B5EF4-FFF2-40B4-BE49-F238E27FC236}">
                    <a16:creationId xmlns:a16="http://schemas.microsoft.com/office/drawing/2014/main" id="{7BF49837-BD22-D799-6636-C06393CC3356}"/>
                  </a:ext>
                </a:extLst>
              </p:cNvPr>
              <p:cNvSpPr txBox="1"/>
              <p:nvPr/>
            </p:nvSpPr>
            <p:spPr>
              <a:xfrm>
                <a:off x="1829590" y="-1503191"/>
                <a:ext cx="920702" cy="264237"/>
              </a:xfrm>
              <a:prstGeom prst="rect">
                <a:avLst/>
              </a:prstGeom>
              <a:noFill/>
            </p:spPr>
            <p:txBody>
              <a:bodyPr wrap="none" rtlCol="0">
                <a:spAutoFit/>
              </a:bodyPr>
              <a:lstStyle/>
              <a:p>
                <a:r>
                  <a:rPr lang="en-US" sz="1000"/>
                  <a:t>Project Form</a:t>
                </a:r>
              </a:p>
            </p:txBody>
          </p:sp>
          <p:cxnSp>
            <p:nvCxnSpPr>
              <p:cNvPr id="1100" name="Straight Arrow Connector 1099">
                <a:extLst>
                  <a:ext uri="{FF2B5EF4-FFF2-40B4-BE49-F238E27FC236}">
                    <a16:creationId xmlns:a16="http://schemas.microsoft.com/office/drawing/2014/main" id="{D47A98C3-ECF4-741F-9E32-F691B6B44D73}"/>
                  </a:ext>
                </a:extLst>
              </p:cNvPr>
              <p:cNvCxnSpPr>
                <a:cxnSpLocks/>
              </p:cNvCxnSpPr>
              <p:nvPr/>
            </p:nvCxnSpPr>
            <p:spPr>
              <a:xfrm>
                <a:off x="1648293" y="-1259581"/>
                <a:ext cx="137521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B5FBBD6-D731-9BDE-DBD1-D8BBE750A52C}"/>
                </a:ext>
              </a:extLst>
            </p:cNvPr>
            <p:cNvGrpSpPr/>
            <p:nvPr/>
          </p:nvGrpSpPr>
          <p:grpSpPr>
            <a:xfrm>
              <a:off x="1252504" y="2962109"/>
              <a:ext cx="1316179" cy="246221"/>
              <a:chOff x="432780" y="1666816"/>
              <a:chExt cx="1412485" cy="264237"/>
            </a:xfrm>
          </p:grpSpPr>
          <p:sp>
            <p:nvSpPr>
              <p:cNvPr id="5" name="TextBox 4">
                <a:extLst>
                  <a:ext uri="{FF2B5EF4-FFF2-40B4-BE49-F238E27FC236}">
                    <a16:creationId xmlns:a16="http://schemas.microsoft.com/office/drawing/2014/main" id="{7E47759B-2ED6-A355-4AB7-0E341ECCEDCA}"/>
                  </a:ext>
                </a:extLst>
              </p:cNvPr>
              <p:cNvSpPr txBox="1"/>
              <p:nvPr/>
            </p:nvSpPr>
            <p:spPr>
              <a:xfrm>
                <a:off x="675910" y="1666816"/>
                <a:ext cx="918983" cy="264237"/>
              </a:xfrm>
              <a:prstGeom prst="rect">
                <a:avLst/>
              </a:prstGeom>
              <a:noFill/>
            </p:spPr>
            <p:txBody>
              <a:bodyPr wrap="none" rtlCol="0">
                <a:spAutoFit/>
              </a:bodyPr>
              <a:lstStyle/>
              <a:p>
                <a:r>
                  <a:rPr lang="en-US" sz="1000"/>
                  <a:t>Submit Form</a:t>
                </a:r>
              </a:p>
            </p:txBody>
          </p:sp>
          <p:cxnSp>
            <p:nvCxnSpPr>
              <p:cNvPr id="6" name="Straight Arrow Connector 5">
                <a:extLst>
                  <a:ext uri="{FF2B5EF4-FFF2-40B4-BE49-F238E27FC236}">
                    <a16:creationId xmlns:a16="http://schemas.microsoft.com/office/drawing/2014/main" id="{4568FC10-6AAC-AA2B-EB51-18E9286B02D8}"/>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A5B8EFB3-D349-DFD7-397F-BBB18F3BB146}"/>
                </a:ext>
              </a:extLst>
            </p:cNvPr>
            <p:cNvGrpSpPr/>
            <p:nvPr/>
          </p:nvGrpSpPr>
          <p:grpSpPr>
            <a:xfrm>
              <a:off x="1244744" y="4591474"/>
              <a:ext cx="1330816" cy="246221"/>
              <a:chOff x="1588819" y="-1503191"/>
              <a:chExt cx="1428193" cy="264237"/>
            </a:xfrm>
          </p:grpSpPr>
          <p:sp>
            <p:nvSpPr>
              <p:cNvPr id="34" name="TextBox 33">
                <a:extLst>
                  <a:ext uri="{FF2B5EF4-FFF2-40B4-BE49-F238E27FC236}">
                    <a16:creationId xmlns:a16="http://schemas.microsoft.com/office/drawing/2014/main" id="{B50FCD9F-9F27-FA80-3CFE-561A9D6C8233}"/>
                  </a:ext>
                </a:extLst>
              </p:cNvPr>
              <p:cNvSpPr txBox="1"/>
              <p:nvPr/>
            </p:nvSpPr>
            <p:spPr>
              <a:xfrm>
                <a:off x="1933209" y="-1503191"/>
                <a:ext cx="748673" cy="264237"/>
              </a:xfrm>
              <a:prstGeom prst="rect">
                <a:avLst/>
              </a:prstGeom>
              <a:noFill/>
            </p:spPr>
            <p:txBody>
              <a:bodyPr wrap="none" rtlCol="0">
                <a:spAutoFit/>
              </a:bodyPr>
              <a:lstStyle/>
              <a:p>
                <a:r>
                  <a:rPr lang="en-US" sz="1000"/>
                  <a:t>Project UI</a:t>
                </a:r>
              </a:p>
            </p:txBody>
          </p:sp>
          <p:cxnSp>
            <p:nvCxnSpPr>
              <p:cNvPr id="35" name="Straight Arrow Connector 34">
                <a:extLst>
                  <a:ext uri="{FF2B5EF4-FFF2-40B4-BE49-F238E27FC236}">
                    <a16:creationId xmlns:a16="http://schemas.microsoft.com/office/drawing/2014/main" id="{63120E2A-4513-517E-427C-A2C2294FFE68}"/>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C7C03E12-6508-F5DD-B0E6-7833938972DE}"/>
                </a:ext>
              </a:extLst>
            </p:cNvPr>
            <p:cNvGrpSpPr/>
            <p:nvPr/>
          </p:nvGrpSpPr>
          <p:grpSpPr>
            <a:xfrm>
              <a:off x="203721" y="1228489"/>
              <a:ext cx="2481593" cy="295234"/>
              <a:chOff x="390525" y="886128"/>
              <a:chExt cx="2481593" cy="295234"/>
            </a:xfrm>
          </p:grpSpPr>
          <p:sp>
            <p:nvSpPr>
              <p:cNvPr id="46" name="Rectangle: Single Corner Snipped 45">
                <a:extLst>
                  <a:ext uri="{FF2B5EF4-FFF2-40B4-BE49-F238E27FC236}">
                    <a16:creationId xmlns:a16="http://schemas.microsoft.com/office/drawing/2014/main" id="{27DA37FE-3E6F-4BF9-5225-02F228DCDE52}"/>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7" name="TextBox 46">
                <a:extLst>
                  <a:ext uri="{FF2B5EF4-FFF2-40B4-BE49-F238E27FC236}">
                    <a16:creationId xmlns:a16="http://schemas.microsoft.com/office/drawing/2014/main" id="{B447DB68-EC01-006F-236D-C8C47D2DEBA1}"/>
                  </a:ext>
                </a:extLst>
              </p:cNvPr>
              <p:cNvSpPr txBox="1"/>
              <p:nvPr/>
            </p:nvSpPr>
            <p:spPr>
              <a:xfrm>
                <a:off x="1047053" y="904363"/>
                <a:ext cx="1117165" cy="276999"/>
              </a:xfrm>
              <a:prstGeom prst="rect">
                <a:avLst/>
              </a:prstGeom>
              <a:noFill/>
            </p:spPr>
            <p:txBody>
              <a:bodyPr wrap="none" rtlCol="0">
                <a:spAutoFit/>
              </a:bodyPr>
              <a:lstStyle/>
              <a:p>
                <a:r>
                  <a:rPr lang="en-US" sz="1200" b="1"/>
                  <a:t>Tạo dự án mới</a:t>
                </a:r>
              </a:p>
            </p:txBody>
          </p:sp>
        </p:grpSp>
        <p:sp>
          <p:nvSpPr>
            <p:cNvPr id="58" name="Arc 57">
              <a:extLst>
                <a:ext uri="{FF2B5EF4-FFF2-40B4-BE49-F238E27FC236}">
                  <a16:creationId xmlns:a16="http://schemas.microsoft.com/office/drawing/2014/main" id="{E49616BC-4253-573B-B9F0-BD39310AB0D0}"/>
                </a:ext>
              </a:extLst>
            </p:cNvPr>
            <p:cNvSpPr/>
            <p:nvPr/>
          </p:nvSpPr>
          <p:spPr>
            <a:xfrm>
              <a:off x="992981" y="2932478"/>
              <a:ext cx="375600" cy="255976"/>
            </a:xfrm>
            <a:prstGeom prst="arc">
              <a:avLst>
                <a:gd name="adj1" fmla="val 5941737"/>
                <a:gd name="adj2" fmla="val 15727736"/>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Rectangle 58">
              <a:extLst>
                <a:ext uri="{FF2B5EF4-FFF2-40B4-BE49-F238E27FC236}">
                  <a16:creationId xmlns:a16="http://schemas.microsoft.com/office/drawing/2014/main" id="{24D685F2-1FFE-6591-ADAC-345FA78C43AC}"/>
                </a:ext>
              </a:extLst>
            </p:cNvPr>
            <p:cNvSpPr/>
            <p:nvPr/>
          </p:nvSpPr>
          <p:spPr>
            <a:xfrm>
              <a:off x="1176067" y="2912579"/>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60" name="TextBox 59">
              <a:extLst>
                <a:ext uri="{FF2B5EF4-FFF2-40B4-BE49-F238E27FC236}">
                  <a16:creationId xmlns:a16="http://schemas.microsoft.com/office/drawing/2014/main" id="{7F97000C-59F3-D882-FBF0-577807261450}"/>
                </a:ext>
              </a:extLst>
            </p:cNvPr>
            <p:cNvSpPr txBox="1"/>
            <p:nvPr/>
          </p:nvSpPr>
          <p:spPr>
            <a:xfrm>
              <a:off x="191404" y="2751150"/>
              <a:ext cx="916406" cy="553998"/>
            </a:xfrm>
            <a:prstGeom prst="rect">
              <a:avLst/>
            </a:prstGeom>
            <a:noFill/>
          </p:spPr>
          <p:txBody>
            <a:bodyPr wrap="square" rtlCol="0">
              <a:spAutoFit/>
            </a:bodyPr>
            <a:lstStyle/>
            <a:p>
              <a:r>
                <a:rPr lang="en-US" sz="1000"/>
                <a:t>Enter</a:t>
              </a:r>
            </a:p>
            <a:p>
              <a:r>
                <a:rPr lang="en-US" sz="1000"/>
                <a:t>nameProject, [description]</a:t>
              </a:r>
            </a:p>
          </p:txBody>
        </p:sp>
      </p:grpSp>
    </p:spTree>
    <p:extLst>
      <p:ext uri="{BB962C8B-B14F-4D97-AF65-F5344CB8AC3E}">
        <p14:creationId xmlns:p14="http://schemas.microsoft.com/office/powerpoint/2010/main" val="267556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4FB17-7433-37C8-DE3D-B675026B53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54B205-4D97-49F9-70D6-A8BF4BD57F25}"/>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858DFC99-A62A-1F07-6234-B4448FF36D48}"/>
              </a:ext>
            </a:extLst>
          </p:cNvPr>
          <p:cNvSpPr>
            <a:spLocks noGrp="1"/>
          </p:cNvSpPr>
          <p:nvPr>
            <p:ph type="title"/>
          </p:nvPr>
        </p:nvSpPr>
        <p:spPr/>
        <p:txBody>
          <a:bodyPr/>
          <a:lstStyle/>
          <a:p>
            <a:r>
              <a:rPr lang="en-US"/>
              <a:t>Xem danh sách dự án tham gia</a:t>
            </a:r>
          </a:p>
        </p:txBody>
      </p:sp>
      <p:grpSp>
        <p:nvGrpSpPr>
          <p:cNvPr id="24" name="Group 23">
            <a:extLst>
              <a:ext uri="{FF2B5EF4-FFF2-40B4-BE49-F238E27FC236}">
                <a16:creationId xmlns:a16="http://schemas.microsoft.com/office/drawing/2014/main" id="{AD901AE5-B8A5-FE21-D8AA-D7EFD8ECA1C5}"/>
              </a:ext>
            </a:extLst>
          </p:cNvPr>
          <p:cNvGrpSpPr/>
          <p:nvPr/>
        </p:nvGrpSpPr>
        <p:grpSpPr>
          <a:xfrm>
            <a:off x="438720" y="893209"/>
            <a:ext cx="7940708" cy="3252070"/>
            <a:chOff x="438720" y="893209"/>
            <a:chExt cx="7940708" cy="3252070"/>
          </a:xfrm>
        </p:grpSpPr>
        <p:sp>
          <p:nvSpPr>
            <p:cNvPr id="1103" name="Rectangle 1102">
              <a:extLst>
                <a:ext uri="{FF2B5EF4-FFF2-40B4-BE49-F238E27FC236}">
                  <a16:creationId xmlns:a16="http://schemas.microsoft.com/office/drawing/2014/main" id="{03433094-5811-305D-67A7-988543BD8B9E}"/>
                </a:ext>
              </a:extLst>
            </p:cNvPr>
            <p:cNvSpPr/>
            <p:nvPr/>
          </p:nvSpPr>
          <p:spPr>
            <a:xfrm>
              <a:off x="438720" y="894442"/>
              <a:ext cx="7940708" cy="32355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42" name="Group 41">
              <a:extLst>
                <a:ext uri="{FF2B5EF4-FFF2-40B4-BE49-F238E27FC236}">
                  <a16:creationId xmlns:a16="http://schemas.microsoft.com/office/drawing/2014/main" id="{DA3E7BF0-F0C6-2766-48A1-EF3A5E7AA1E3}"/>
                </a:ext>
              </a:extLst>
            </p:cNvPr>
            <p:cNvGrpSpPr/>
            <p:nvPr/>
          </p:nvGrpSpPr>
          <p:grpSpPr>
            <a:xfrm>
              <a:off x="1242514" y="2059298"/>
              <a:ext cx="6085803" cy="2085981"/>
              <a:chOff x="1105354" y="1695210"/>
              <a:chExt cx="6085803" cy="3096748"/>
            </a:xfrm>
          </p:grpSpPr>
          <p:cxnSp>
            <p:nvCxnSpPr>
              <p:cNvPr id="16" name="Straight Connector 15">
                <a:extLst>
                  <a:ext uri="{FF2B5EF4-FFF2-40B4-BE49-F238E27FC236}">
                    <a16:creationId xmlns:a16="http://schemas.microsoft.com/office/drawing/2014/main" id="{3C329EF6-C28D-5C40-DB1B-255EEB100BEF}"/>
                  </a:ext>
                </a:extLst>
              </p:cNvPr>
              <p:cNvCxnSpPr>
                <a:cxnSpLocks/>
                <a:stCxn id="107" idx="2"/>
              </p:cNvCxnSpPr>
              <p:nvPr/>
            </p:nvCxnSpPr>
            <p:spPr>
              <a:xfrm>
                <a:off x="2496894" y="1695211"/>
                <a:ext cx="0" cy="306281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DD01FA-89D5-74AD-B4A4-A6E81E687925}"/>
                  </a:ext>
                </a:extLst>
              </p:cNvPr>
              <p:cNvCxnSpPr>
                <a:cxnSpLocks/>
              </p:cNvCxnSpPr>
              <p:nvPr/>
            </p:nvCxnSpPr>
            <p:spPr>
              <a:xfrm>
                <a:off x="4858259" y="1699505"/>
                <a:ext cx="0" cy="306982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91D2D5B-DE8D-EA3F-334D-E3049AC47C93}"/>
                  </a:ext>
                </a:extLst>
              </p:cNvPr>
              <p:cNvCxnSpPr>
                <a:cxnSpLocks/>
              </p:cNvCxnSpPr>
              <p:nvPr/>
            </p:nvCxnSpPr>
            <p:spPr>
              <a:xfrm>
                <a:off x="7191157" y="1695210"/>
                <a:ext cx="0" cy="3062812"/>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58F5147-86F5-92C2-CABD-983385C5869C}"/>
                  </a:ext>
                </a:extLst>
              </p:cNvPr>
              <p:cNvCxnSpPr>
                <a:cxnSpLocks/>
              </p:cNvCxnSpPr>
              <p:nvPr/>
            </p:nvCxnSpPr>
            <p:spPr>
              <a:xfrm>
                <a:off x="1105354" y="1695210"/>
                <a:ext cx="0" cy="309674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
          <p:nvSpPr>
            <p:cNvPr id="107" name="Rectangle 106">
              <a:extLst>
                <a:ext uri="{FF2B5EF4-FFF2-40B4-BE49-F238E27FC236}">
                  <a16:creationId xmlns:a16="http://schemas.microsoft.com/office/drawing/2014/main" id="{D53BB32F-0C03-BFBC-A4C1-D2B64CE8918C}"/>
                </a:ext>
              </a:extLst>
            </p:cNvPr>
            <p:cNvSpPr/>
            <p:nvPr/>
          </p:nvSpPr>
          <p:spPr>
            <a:xfrm>
              <a:off x="2047708" y="1536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09" name="Rectangle 108">
              <a:extLst>
                <a:ext uri="{FF2B5EF4-FFF2-40B4-BE49-F238E27FC236}">
                  <a16:creationId xmlns:a16="http://schemas.microsoft.com/office/drawing/2014/main" id="{50BC624E-AFA3-2C67-0BD0-F6592D6AF32E}"/>
                </a:ext>
              </a:extLst>
            </p:cNvPr>
            <p:cNvSpPr/>
            <p:nvPr/>
          </p:nvSpPr>
          <p:spPr>
            <a:xfrm>
              <a:off x="4409074" y="153733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120" name="Rectangle 119">
              <a:extLst>
                <a:ext uri="{FF2B5EF4-FFF2-40B4-BE49-F238E27FC236}">
                  <a16:creationId xmlns:a16="http://schemas.microsoft.com/office/drawing/2014/main" id="{2C07B616-78AA-7351-3F95-0FAA970B9695}"/>
                </a:ext>
              </a:extLst>
            </p:cNvPr>
            <p:cNvSpPr/>
            <p:nvPr/>
          </p:nvSpPr>
          <p:spPr>
            <a:xfrm>
              <a:off x="6741971" y="1536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17" name="Group 16">
              <a:extLst>
                <a:ext uri="{FF2B5EF4-FFF2-40B4-BE49-F238E27FC236}">
                  <a16:creationId xmlns:a16="http://schemas.microsoft.com/office/drawing/2014/main" id="{3113123A-6E8C-C6BF-BF67-DE1439027803}"/>
                </a:ext>
              </a:extLst>
            </p:cNvPr>
            <p:cNvGrpSpPr/>
            <p:nvPr/>
          </p:nvGrpSpPr>
          <p:grpSpPr>
            <a:xfrm>
              <a:off x="742232" y="1303835"/>
              <a:ext cx="1000564" cy="808020"/>
              <a:chOff x="-129155" y="924202"/>
              <a:chExt cx="1073776" cy="867143"/>
            </a:xfrm>
          </p:grpSpPr>
          <p:grpSp>
            <p:nvGrpSpPr>
              <p:cNvPr id="8" name="Group 7">
                <a:extLst>
                  <a:ext uri="{FF2B5EF4-FFF2-40B4-BE49-F238E27FC236}">
                    <a16:creationId xmlns:a16="http://schemas.microsoft.com/office/drawing/2014/main" id="{82843867-548A-655E-E321-01E9E3FA9C07}"/>
                  </a:ext>
                </a:extLst>
              </p:cNvPr>
              <p:cNvGrpSpPr/>
              <p:nvPr/>
            </p:nvGrpSpPr>
            <p:grpSpPr>
              <a:xfrm>
                <a:off x="232341" y="924202"/>
                <a:ext cx="350785" cy="602906"/>
                <a:chOff x="1044226" y="1792224"/>
                <a:chExt cx="493522" cy="848233"/>
              </a:xfrm>
            </p:grpSpPr>
            <p:sp>
              <p:nvSpPr>
                <p:cNvPr id="10" name="Oval 9">
                  <a:extLst>
                    <a:ext uri="{FF2B5EF4-FFF2-40B4-BE49-F238E27FC236}">
                      <a16:creationId xmlns:a16="http://schemas.microsoft.com/office/drawing/2014/main" id="{0FD2AF7F-DD8D-BA23-78D2-F8BD67076963}"/>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1" name="Straight Connector 10">
                  <a:extLst>
                    <a:ext uri="{FF2B5EF4-FFF2-40B4-BE49-F238E27FC236}">
                      <a16:creationId xmlns:a16="http://schemas.microsoft.com/office/drawing/2014/main" id="{35E68952-5CDA-E304-D3F3-F618547DADFF}"/>
                    </a:ext>
                  </a:extLst>
                </p:cNvPr>
                <p:cNvCxnSpPr>
                  <a:cxnSpLocks/>
                  <a:stCxn id="1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71EC9E7-02E8-8F6D-B9D0-63715CBAB496}"/>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55C9F7E-801C-4D04-28B9-43434628BDDD}"/>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E9414F8-E96E-9BFD-6F20-7DA929406C19}"/>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F69A8002-5361-CE56-3756-569709584D15}"/>
                  </a:ext>
                </a:extLst>
              </p:cNvPr>
              <p:cNvSpPr txBox="1"/>
              <p:nvPr/>
            </p:nvSpPr>
            <p:spPr>
              <a:xfrm>
                <a:off x="-129155" y="1527108"/>
                <a:ext cx="1073776" cy="264237"/>
              </a:xfrm>
              <a:prstGeom prst="rect">
                <a:avLst/>
              </a:prstGeom>
              <a:noFill/>
            </p:spPr>
            <p:txBody>
              <a:bodyPr wrap="square" rtlCol="0">
                <a:spAutoFit/>
              </a:bodyPr>
              <a:lstStyle/>
              <a:p>
                <a:pPr algn="ctr"/>
                <a:r>
                  <a:rPr lang="en-US" sz="1000" b="1"/>
                  <a:t>USER</a:t>
                </a:r>
              </a:p>
            </p:txBody>
          </p:sp>
        </p:grpSp>
        <p:sp>
          <p:nvSpPr>
            <p:cNvPr id="32" name="Rectangle 31">
              <a:extLst>
                <a:ext uri="{FF2B5EF4-FFF2-40B4-BE49-F238E27FC236}">
                  <a16:creationId xmlns:a16="http://schemas.microsoft.com/office/drawing/2014/main" id="{4CF0692B-7BBE-7944-757B-CAD2022961C5}"/>
                </a:ext>
              </a:extLst>
            </p:cNvPr>
            <p:cNvSpPr/>
            <p:nvPr/>
          </p:nvSpPr>
          <p:spPr>
            <a:xfrm>
              <a:off x="2571924" y="2330245"/>
              <a:ext cx="124257" cy="160890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71" name="Group 70">
              <a:extLst>
                <a:ext uri="{FF2B5EF4-FFF2-40B4-BE49-F238E27FC236}">
                  <a16:creationId xmlns:a16="http://schemas.microsoft.com/office/drawing/2014/main" id="{826EA920-D0E3-657D-489E-AE90B6A1000C}"/>
                </a:ext>
              </a:extLst>
            </p:cNvPr>
            <p:cNvGrpSpPr/>
            <p:nvPr/>
          </p:nvGrpSpPr>
          <p:grpSpPr>
            <a:xfrm>
              <a:off x="1252504" y="2104078"/>
              <a:ext cx="1316179" cy="246221"/>
              <a:chOff x="432780" y="1666816"/>
              <a:chExt cx="1412485" cy="264237"/>
            </a:xfrm>
          </p:grpSpPr>
          <p:sp>
            <p:nvSpPr>
              <p:cNvPr id="69" name="TextBox 68">
                <a:extLst>
                  <a:ext uri="{FF2B5EF4-FFF2-40B4-BE49-F238E27FC236}">
                    <a16:creationId xmlns:a16="http://schemas.microsoft.com/office/drawing/2014/main" id="{C3C04622-71BA-6528-3C67-E41046AFA50C}"/>
                  </a:ext>
                </a:extLst>
              </p:cNvPr>
              <p:cNvSpPr txBox="1"/>
              <p:nvPr/>
            </p:nvSpPr>
            <p:spPr>
              <a:xfrm>
                <a:off x="597453" y="1666816"/>
                <a:ext cx="1137460" cy="264237"/>
              </a:xfrm>
              <a:prstGeom prst="rect">
                <a:avLst/>
              </a:prstGeom>
              <a:noFill/>
            </p:spPr>
            <p:txBody>
              <a:bodyPr wrap="none" rtlCol="0">
                <a:spAutoFit/>
              </a:bodyPr>
              <a:lstStyle/>
              <a:p>
                <a:r>
                  <a:rPr lang="en-US" sz="1000"/>
                  <a:t>Open Projects UI</a:t>
                </a:r>
              </a:p>
            </p:txBody>
          </p:sp>
          <p:cxnSp>
            <p:nvCxnSpPr>
              <p:cNvPr id="67" name="Straight Arrow Connector 66">
                <a:extLst>
                  <a:ext uri="{FF2B5EF4-FFF2-40B4-BE49-F238E27FC236}">
                    <a16:creationId xmlns:a16="http://schemas.microsoft.com/office/drawing/2014/main" id="{EE65BE7D-5311-05DF-637F-58AF0D175940}"/>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2" name="Rectangle 91">
              <a:extLst>
                <a:ext uri="{FF2B5EF4-FFF2-40B4-BE49-F238E27FC236}">
                  <a16:creationId xmlns:a16="http://schemas.microsoft.com/office/drawing/2014/main" id="{9C9EB747-DE42-3D1F-D366-E573B786289B}"/>
                </a:ext>
              </a:extLst>
            </p:cNvPr>
            <p:cNvSpPr/>
            <p:nvPr/>
          </p:nvSpPr>
          <p:spPr>
            <a:xfrm>
              <a:off x="4931565" y="2562474"/>
              <a:ext cx="124257" cy="113045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2" name="Group 101">
              <a:extLst>
                <a:ext uri="{FF2B5EF4-FFF2-40B4-BE49-F238E27FC236}">
                  <a16:creationId xmlns:a16="http://schemas.microsoft.com/office/drawing/2014/main" id="{68393E77-D7B4-C048-48FC-91EEC5F5833A}"/>
                </a:ext>
              </a:extLst>
            </p:cNvPr>
            <p:cNvGrpSpPr/>
            <p:nvPr/>
          </p:nvGrpSpPr>
          <p:grpSpPr>
            <a:xfrm>
              <a:off x="2698395" y="2335411"/>
              <a:ext cx="2227580" cy="246221"/>
              <a:chOff x="299669" y="1666816"/>
              <a:chExt cx="2390575" cy="264237"/>
            </a:xfrm>
          </p:grpSpPr>
          <p:sp>
            <p:nvSpPr>
              <p:cNvPr id="103" name="TextBox 102">
                <a:extLst>
                  <a:ext uri="{FF2B5EF4-FFF2-40B4-BE49-F238E27FC236}">
                    <a16:creationId xmlns:a16="http://schemas.microsoft.com/office/drawing/2014/main" id="{6C9E1D31-5C77-F732-2AE9-600278F7ED69}"/>
                  </a:ext>
                </a:extLst>
              </p:cNvPr>
              <p:cNvSpPr txBox="1"/>
              <p:nvPr/>
            </p:nvSpPr>
            <p:spPr>
              <a:xfrm>
                <a:off x="353114" y="1666816"/>
                <a:ext cx="1880629" cy="264237"/>
              </a:xfrm>
              <a:prstGeom prst="rect">
                <a:avLst/>
              </a:prstGeom>
              <a:noFill/>
            </p:spPr>
            <p:txBody>
              <a:bodyPr wrap="none" rtlCol="0">
                <a:spAutoFit/>
              </a:bodyPr>
              <a:lstStyle/>
              <a:p>
                <a:r>
                  <a:rPr lang="en-US" sz="1000"/>
                  <a:t>GET /api/projects {appToken}</a:t>
                </a:r>
              </a:p>
            </p:txBody>
          </p:sp>
          <p:cxnSp>
            <p:nvCxnSpPr>
              <p:cNvPr id="105" name="Straight Arrow Connector 104">
                <a:extLst>
                  <a:ext uri="{FF2B5EF4-FFF2-40B4-BE49-F238E27FC236}">
                    <a16:creationId xmlns:a16="http://schemas.microsoft.com/office/drawing/2014/main" id="{76EE3A82-B67B-DB26-7710-4941CFFA6929}"/>
                  </a:ext>
                </a:extLst>
              </p:cNvPr>
              <p:cNvCxnSpPr>
                <a:cxnSpLocks/>
              </p:cNvCxnSpPr>
              <p:nvPr/>
            </p:nvCxnSpPr>
            <p:spPr>
              <a:xfrm>
                <a:off x="299669" y="1922259"/>
                <a:ext cx="23905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85151F6F-1934-7867-8C12-1645BC829F32}"/>
                </a:ext>
              </a:extLst>
            </p:cNvPr>
            <p:cNvGrpSpPr/>
            <p:nvPr/>
          </p:nvGrpSpPr>
          <p:grpSpPr>
            <a:xfrm>
              <a:off x="5062954" y="2846372"/>
              <a:ext cx="2198388" cy="246221"/>
              <a:chOff x="429843" y="1274111"/>
              <a:chExt cx="2359247" cy="264237"/>
            </a:xfrm>
          </p:grpSpPr>
          <p:sp>
            <p:nvSpPr>
              <p:cNvPr id="116" name="TextBox 115">
                <a:extLst>
                  <a:ext uri="{FF2B5EF4-FFF2-40B4-BE49-F238E27FC236}">
                    <a16:creationId xmlns:a16="http://schemas.microsoft.com/office/drawing/2014/main" id="{32324B4A-34E0-A8C8-9E15-ECD5539C977C}"/>
                  </a:ext>
                </a:extLst>
              </p:cNvPr>
              <p:cNvSpPr txBox="1"/>
              <p:nvPr/>
            </p:nvSpPr>
            <p:spPr>
              <a:xfrm>
                <a:off x="429843" y="1274111"/>
                <a:ext cx="1244119" cy="264237"/>
              </a:xfrm>
              <a:prstGeom prst="rect">
                <a:avLst/>
              </a:prstGeom>
              <a:noFill/>
            </p:spPr>
            <p:txBody>
              <a:bodyPr wrap="none" rtlCol="0">
                <a:spAutoFit/>
              </a:bodyPr>
              <a:lstStyle/>
              <a:p>
                <a:r>
                  <a:rPr lang="en-US" sz="1000"/>
                  <a:t>findProject(userId)</a:t>
                </a:r>
              </a:p>
            </p:txBody>
          </p:sp>
          <p:cxnSp>
            <p:nvCxnSpPr>
              <p:cNvPr id="117" name="Straight Arrow Connector 116">
                <a:extLst>
                  <a:ext uri="{FF2B5EF4-FFF2-40B4-BE49-F238E27FC236}">
                    <a16:creationId xmlns:a16="http://schemas.microsoft.com/office/drawing/2014/main" id="{C6691E4D-BC52-543D-5B04-3D89F5085BCA}"/>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id="{F4297D16-B246-211D-2F10-B7D0F0DEAFE1}"/>
                </a:ext>
              </a:extLst>
            </p:cNvPr>
            <p:cNvSpPr/>
            <p:nvPr/>
          </p:nvSpPr>
          <p:spPr>
            <a:xfrm>
              <a:off x="7266187" y="308634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62" name="Group 1061">
              <a:extLst>
                <a:ext uri="{FF2B5EF4-FFF2-40B4-BE49-F238E27FC236}">
                  <a16:creationId xmlns:a16="http://schemas.microsoft.com/office/drawing/2014/main" id="{E735ACB4-FD5D-5EC4-7BEB-C9B437E57E66}"/>
                </a:ext>
              </a:extLst>
            </p:cNvPr>
            <p:cNvGrpSpPr/>
            <p:nvPr/>
          </p:nvGrpSpPr>
          <p:grpSpPr>
            <a:xfrm>
              <a:off x="5062954" y="3090862"/>
              <a:ext cx="2198388" cy="246221"/>
              <a:chOff x="1505858" y="2498990"/>
              <a:chExt cx="2359245" cy="264237"/>
            </a:xfrm>
          </p:grpSpPr>
          <p:sp>
            <p:nvSpPr>
              <p:cNvPr id="1063" name="TextBox 1062">
                <a:extLst>
                  <a:ext uri="{FF2B5EF4-FFF2-40B4-BE49-F238E27FC236}">
                    <a16:creationId xmlns:a16="http://schemas.microsoft.com/office/drawing/2014/main" id="{30445AD6-6253-DE73-5463-26125121A2B9}"/>
                  </a:ext>
                </a:extLst>
              </p:cNvPr>
              <p:cNvSpPr txBox="1"/>
              <p:nvPr/>
            </p:nvSpPr>
            <p:spPr>
              <a:xfrm>
                <a:off x="2451359" y="2498990"/>
                <a:ext cx="650616" cy="264237"/>
              </a:xfrm>
              <a:prstGeom prst="rect">
                <a:avLst/>
              </a:prstGeom>
              <a:noFill/>
            </p:spPr>
            <p:txBody>
              <a:bodyPr wrap="none" rtlCol="0">
                <a:spAutoFit/>
              </a:bodyPr>
              <a:lstStyle/>
              <a:p>
                <a:r>
                  <a:rPr lang="en-US" sz="1000"/>
                  <a:t>projects</a:t>
                </a:r>
              </a:p>
            </p:txBody>
          </p:sp>
          <p:cxnSp>
            <p:nvCxnSpPr>
              <p:cNvPr id="1064" name="Straight Arrow Connector 1063">
                <a:extLst>
                  <a:ext uri="{FF2B5EF4-FFF2-40B4-BE49-F238E27FC236}">
                    <a16:creationId xmlns:a16="http://schemas.microsoft.com/office/drawing/2014/main" id="{B9CCB1FA-E262-D3A7-AA5F-56926C42045E}"/>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092" name="Group 1091">
              <a:extLst>
                <a:ext uri="{FF2B5EF4-FFF2-40B4-BE49-F238E27FC236}">
                  <a16:creationId xmlns:a16="http://schemas.microsoft.com/office/drawing/2014/main" id="{44FA49F3-DEEF-2272-B602-6001EA8F07BA}"/>
                </a:ext>
              </a:extLst>
            </p:cNvPr>
            <p:cNvGrpSpPr/>
            <p:nvPr/>
          </p:nvGrpSpPr>
          <p:grpSpPr>
            <a:xfrm>
              <a:off x="2692941" y="3422992"/>
              <a:ext cx="2241644" cy="246221"/>
              <a:chOff x="868963" y="2498990"/>
              <a:chExt cx="2405667" cy="264237"/>
            </a:xfrm>
          </p:grpSpPr>
          <p:sp>
            <p:nvSpPr>
              <p:cNvPr id="1093" name="TextBox 1092">
                <a:extLst>
                  <a:ext uri="{FF2B5EF4-FFF2-40B4-BE49-F238E27FC236}">
                    <a16:creationId xmlns:a16="http://schemas.microsoft.com/office/drawing/2014/main" id="{F6466682-0CBE-78AB-E3E4-6D97C0064C6A}"/>
                  </a:ext>
                </a:extLst>
              </p:cNvPr>
              <p:cNvSpPr txBox="1"/>
              <p:nvPr/>
            </p:nvSpPr>
            <p:spPr>
              <a:xfrm>
                <a:off x="1600524" y="2498990"/>
                <a:ext cx="927583" cy="264237"/>
              </a:xfrm>
              <a:prstGeom prst="rect">
                <a:avLst/>
              </a:prstGeom>
              <a:noFill/>
            </p:spPr>
            <p:txBody>
              <a:bodyPr wrap="none" rtlCol="0">
                <a:spAutoFit/>
              </a:bodyPr>
              <a:lstStyle/>
              <a:p>
                <a:r>
                  <a:rPr lang="en-US" sz="1000"/>
                  <a:t>200, projects</a:t>
                </a:r>
              </a:p>
            </p:txBody>
          </p:sp>
          <p:cxnSp>
            <p:nvCxnSpPr>
              <p:cNvPr id="1094" name="Straight Arrow Connector 1093">
                <a:extLst>
                  <a:ext uri="{FF2B5EF4-FFF2-40B4-BE49-F238E27FC236}">
                    <a16:creationId xmlns:a16="http://schemas.microsoft.com/office/drawing/2014/main" id="{6882DED8-7AC8-F40A-659B-EA152AB9DB05}"/>
                  </a:ext>
                </a:extLst>
              </p:cNvPr>
              <p:cNvCxnSpPr>
                <a:cxnSpLocks/>
              </p:cNvCxnSpPr>
              <p:nvPr/>
            </p:nvCxnSpPr>
            <p:spPr>
              <a:xfrm>
                <a:off x="868963" y="2742599"/>
                <a:ext cx="24056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96" name="TextBox 1095">
              <a:extLst>
                <a:ext uri="{FF2B5EF4-FFF2-40B4-BE49-F238E27FC236}">
                  <a16:creationId xmlns:a16="http://schemas.microsoft.com/office/drawing/2014/main" id="{217A91EA-79A8-9318-840B-EBE668BCE1DB}"/>
                </a:ext>
              </a:extLst>
            </p:cNvPr>
            <p:cNvSpPr txBox="1"/>
            <p:nvPr/>
          </p:nvSpPr>
          <p:spPr>
            <a:xfrm>
              <a:off x="5227517" y="2580846"/>
              <a:ext cx="1019831" cy="246221"/>
            </a:xfrm>
            <a:prstGeom prst="rect">
              <a:avLst/>
            </a:prstGeom>
            <a:noFill/>
          </p:spPr>
          <p:txBody>
            <a:bodyPr wrap="none" rtlCol="0">
              <a:spAutoFit/>
            </a:bodyPr>
            <a:lstStyle/>
            <a:p>
              <a:r>
                <a:rPr lang="en-US" sz="1000"/>
                <a:t>verify appToken</a:t>
              </a:r>
            </a:p>
          </p:txBody>
        </p:sp>
        <p:sp>
          <p:nvSpPr>
            <p:cNvPr id="1097" name="Arc 1096">
              <a:extLst>
                <a:ext uri="{FF2B5EF4-FFF2-40B4-BE49-F238E27FC236}">
                  <a16:creationId xmlns:a16="http://schemas.microsoft.com/office/drawing/2014/main" id="{355C22B3-9DE3-6A02-390F-DD2515F4DFC0}"/>
                </a:ext>
              </a:extLst>
            </p:cNvPr>
            <p:cNvSpPr/>
            <p:nvPr/>
          </p:nvSpPr>
          <p:spPr>
            <a:xfrm>
              <a:off x="4882626" y="2594255"/>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26E6487E-A95A-1A92-1CA7-F18CB73C8992}"/>
                </a:ext>
              </a:extLst>
            </p:cNvPr>
            <p:cNvGrpSpPr/>
            <p:nvPr/>
          </p:nvGrpSpPr>
          <p:grpSpPr>
            <a:xfrm>
              <a:off x="1244744" y="3692928"/>
              <a:ext cx="1330816" cy="246221"/>
              <a:chOff x="1588819" y="-1503191"/>
              <a:chExt cx="1428193" cy="264237"/>
            </a:xfrm>
          </p:grpSpPr>
          <p:sp>
            <p:nvSpPr>
              <p:cNvPr id="34" name="TextBox 33">
                <a:extLst>
                  <a:ext uri="{FF2B5EF4-FFF2-40B4-BE49-F238E27FC236}">
                    <a16:creationId xmlns:a16="http://schemas.microsoft.com/office/drawing/2014/main" id="{B3B57F16-E136-C3A9-2B7F-A3E1821D53D0}"/>
                  </a:ext>
                </a:extLst>
              </p:cNvPr>
              <p:cNvSpPr txBox="1"/>
              <p:nvPr/>
            </p:nvSpPr>
            <p:spPr>
              <a:xfrm>
                <a:off x="1906138" y="-1503191"/>
                <a:ext cx="802002" cy="264237"/>
              </a:xfrm>
              <a:prstGeom prst="rect">
                <a:avLst/>
              </a:prstGeom>
              <a:noFill/>
            </p:spPr>
            <p:txBody>
              <a:bodyPr wrap="none" rtlCol="0">
                <a:spAutoFit/>
              </a:bodyPr>
              <a:lstStyle/>
              <a:p>
                <a:r>
                  <a:rPr lang="en-US" sz="1000"/>
                  <a:t>Projects UI</a:t>
                </a:r>
              </a:p>
            </p:txBody>
          </p:sp>
          <p:cxnSp>
            <p:nvCxnSpPr>
              <p:cNvPr id="35" name="Straight Arrow Connector 34">
                <a:extLst>
                  <a:ext uri="{FF2B5EF4-FFF2-40B4-BE49-F238E27FC236}">
                    <a16:creationId xmlns:a16="http://schemas.microsoft.com/office/drawing/2014/main" id="{CEA1C825-EDEF-0477-491E-4063477A8D5C}"/>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4349756B-D6DC-2C70-45AD-62FCE1A93219}"/>
                </a:ext>
              </a:extLst>
            </p:cNvPr>
            <p:cNvGrpSpPr/>
            <p:nvPr/>
          </p:nvGrpSpPr>
          <p:grpSpPr>
            <a:xfrm>
              <a:off x="438720" y="893209"/>
              <a:ext cx="2481593" cy="295234"/>
              <a:chOff x="390525" y="886128"/>
              <a:chExt cx="2481593" cy="295234"/>
            </a:xfrm>
          </p:grpSpPr>
          <p:sp>
            <p:nvSpPr>
              <p:cNvPr id="46" name="Rectangle: Single Corner Snipped 45">
                <a:extLst>
                  <a:ext uri="{FF2B5EF4-FFF2-40B4-BE49-F238E27FC236}">
                    <a16:creationId xmlns:a16="http://schemas.microsoft.com/office/drawing/2014/main" id="{964B86E8-40A2-ECB1-F24F-A19C63B304E8}"/>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7" name="TextBox 46">
                <a:extLst>
                  <a:ext uri="{FF2B5EF4-FFF2-40B4-BE49-F238E27FC236}">
                    <a16:creationId xmlns:a16="http://schemas.microsoft.com/office/drawing/2014/main" id="{D0138D72-2616-FAEF-4F4A-24FD55BFA0E6}"/>
                  </a:ext>
                </a:extLst>
              </p:cNvPr>
              <p:cNvSpPr txBox="1"/>
              <p:nvPr/>
            </p:nvSpPr>
            <p:spPr>
              <a:xfrm>
                <a:off x="544987" y="904363"/>
                <a:ext cx="2155014" cy="276999"/>
              </a:xfrm>
              <a:prstGeom prst="rect">
                <a:avLst/>
              </a:prstGeom>
              <a:noFill/>
            </p:spPr>
            <p:txBody>
              <a:bodyPr wrap="none" rtlCol="0">
                <a:spAutoFit/>
              </a:bodyPr>
              <a:lstStyle/>
              <a:p>
                <a:r>
                  <a:rPr lang="en-US" sz="1200" b="1"/>
                  <a:t>Xem danh sách dự án tham gia</a:t>
                </a:r>
              </a:p>
            </p:txBody>
          </p:sp>
        </p:grpSp>
      </p:grpSp>
    </p:spTree>
    <p:extLst>
      <p:ext uri="{BB962C8B-B14F-4D97-AF65-F5344CB8AC3E}">
        <p14:creationId xmlns:p14="http://schemas.microsoft.com/office/powerpoint/2010/main" val="2826361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A457-FCAB-E7C2-8FC8-8E1890071F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D3B579-3606-20D4-A040-D64C69324111}"/>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2">
            <a:extLst>
              <a:ext uri="{FF2B5EF4-FFF2-40B4-BE49-F238E27FC236}">
                <a16:creationId xmlns:a16="http://schemas.microsoft.com/office/drawing/2014/main" id="{54DEA913-8614-3C4F-A487-7326917BAEAD}"/>
              </a:ext>
            </a:extLst>
          </p:cNvPr>
          <p:cNvSpPr>
            <a:spLocks noGrp="1"/>
          </p:cNvSpPr>
          <p:nvPr>
            <p:ph type="title"/>
          </p:nvPr>
        </p:nvSpPr>
        <p:spPr/>
        <p:txBody>
          <a:bodyPr/>
          <a:lstStyle/>
          <a:p>
            <a:r>
              <a:rPr lang="en-US"/>
              <a:t>Xem chi tiết dự án tham gia</a:t>
            </a:r>
          </a:p>
        </p:txBody>
      </p:sp>
      <p:grpSp>
        <p:nvGrpSpPr>
          <p:cNvPr id="24" name="Group 23">
            <a:extLst>
              <a:ext uri="{FF2B5EF4-FFF2-40B4-BE49-F238E27FC236}">
                <a16:creationId xmlns:a16="http://schemas.microsoft.com/office/drawing/2014/main" id="{A5A61EAD-E228-D6D9-96AE-971D62007D8B}"/>
              </a:ext>
            </a:extLst>
          </p:cNvPr>
          <p:cNvGrpSpPr/>
          <p:nvPr/>
        </p:nvGrpSpPr>
        <p:grpSpPr>
          <a:xfrm>
            <a:off x="438720" y="893209"/>
            <a:ext cx="7940708" cy="3329541"/>
            <a:chOff x="438720" y="893209"/>
            <a:chExt cx="7940708" cy="3329541"/>
          </a:xfrm>
        </p:grpSpPr>
        <p:sp>
          <p:nvSpPr>
            <p:cNvPr id="1103" name="Rectangle 1102">
              <a:extLst>
                <a:ext uri="{FF2B5EF4-FFF2-40B4-BE49-F238E27FC236}">
                  <a16:creationId xmlns:a16="http://schemas.microsoft.com/office/drawing/2014/main" id="{EFA7C349-16E6-3EE6-DDDF-ECC8F593D84C}"/>
                </a:ext>
              </a:extLst>
            </p:cNvPr>
            <p:cNvSpPr/>
            <p:nvPr/>
          </p:nvSpPr>
          <p:spPr>
            <a:xfrm>
              <a:off x="438720" y="894442"/>
              <a:ext cx="7940708" cy="33283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42" name="Group 41">
              <a:extLst>
                <a:ext uri="{FF2B5EF4-FFF2-40B4-BE49-F238E27FC236}">
                  <a16:creationId xmlns:a16="http://schemas.microsoft.com/office/drawing/2014/main" id="{84186008-15D1-BBDA-4ED2-4BC838505269}"/>
                </a:ext>
              </a:extLst>
            </p:cNvPr>
            <p:cNvGrpSpPr/>
            <p:nvPr/>
          </p:nvGrpSpPr>
          <p:grpSpPr>
            <a:xfrm>
              <a:off x="1242514" y="2059298"/>
              <a:ext cx="6085803" cy="2074552"/>
              <a:chOff x="1105354" y="1695210"/>
              <a:chExt cx="6085803" cy="3079780"/>
            </a:xfrm>
          </p:grpSpPr>
          <p:cxnSp>
            <p:nvCxnSpPr>
              <p:cNvPr id="16" name="Straight Connector 15">
                <a:extLst>
                  <a:ext uri="{FF2B5EF4-FFF2-40B4-BE49-F238E27FC236}">
                    <a16:creationId xmlns:a16="http://schemas.microsoft.com/office/drawing/2014/main" id="{DA71108B-06B3-66D2-63ED-6826299ADB22}"/>
                  </a:ext>
                </a:extLst>
              </p:cNvPr>
              <p:cNvCxnSpPr>
                <a:cxnSpLocks/>
                <a:stCxn id="107" idx="2"/>
              </p:cNvCxnSpPr>
              <p:nvPr/>
            </p:nvCxnSpPr>
            <p:spPr>
              <a:xfrm>
                <a:off x="2496894" y="1695210"/>
                <a:ext cx="0" cy="305149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4C1154-2CE4-B091-3788-59288B20EC4C}"/>
                  </a:ext>
                </a:extLst>
              </p:cNvPr>
              <p:cNvCxnSpPr>
                <a:cxnSpLocks/>
              </p:cNvCxnSpPr>
              <p:nvPr/>
            </p:nvCxnSpPr>
            <p:spPr>
              <a:xfrm>
                <a:off x="4858259" y="1699505"/>
                <a:ext cx="0" cy="306605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F0319C8-6A03-278F-A715-3D6DBCF1D4B9}"/>
                  </a:ext>
                </a:extLst>
              </p:cNvPr>
              <p:cNvCxnSpPr>
                <a:cxnSpLocks/>
              </p:cNvCxnSpPr>
              <p:nvPr/>
            </p:nvCxnSpPr>
            <p:spPr>
              <a:xfrm>
                <a:off x="7191157" y="1695210"/>
                <a:ext cx="0" cy="306092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060B5A-8F0F-C37A-684A-8B511421E997}"/>
                  </a:ext>
                </a:extLst>
              </p:cNvPr>
              <p:cNvCxnSpPr>
                <a:cxnSpLocks/>
              </p:cNvCxnSpPr>
              <p:nvPr/>
            </p:nvCxnSpPr>
            <p:spPr>
              <a:xfrm>
                <a:off x="1105354" y="1695210"/>
                <a:ext cx="0" cy="307978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
          <p:nvSpPr>
            <p:cNvPr id="107" name="Rectangle 106">
              <a:extLst>
                <a:ext uri="{FF2B5EF4-FFF2-40B4-BE49-F238E27FC236}">
                  <a16:creationId xmlns:a16="http://schemas.microsoft.com/office/drawing/2014/main" id="{198C25A7-003C-AF70-6DCE-30054A9062BF}"/>
                </a:ext>
              </a:extLst>
            </p:cNvPr>
            <p:cNvSpPr/>
            <p:nvPr/>
          </p:nvSpPr>
          <p:spPr>
            <a:xfrm>
              <a:off x="2047708" y="1536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09" name="Rectangle 108">
              <a:extLst>
                <a:ext uri="{FF2B5EF4-FFF2-40B4-BE49-F238E27FC236}">
                  <a16:creationId xmlns:a16="http://schemas.microsoft.com/office/drawing/2014/main" id="{4893B578-6F1E-A4BD-DBA7-77B50D9F3A7C}"/>
                </a:ext>
              </a:extLst>
            </p:cNvPr>
            <p:cNvSpPr/>
            <p:nvPr/>
          </p:nvSpPr>
          <p:spPr>
            <a:xfrm>
              <a:off x="4409074" y="153733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120" name="Rectangle 119">
              <a:extLst>
                <a:ext uri="{FF2B5EF4-FFF2-40B4-BE49-F238E27FC236}">
                  <a16:creationId xmlns:a16="http://schemas.microsoft.com/office/drawing/2014/main" id="{8D3ED811-8134-2550-B383-C0E38561258F}"/>
                </a:ext>
              </a:extLst>
            </p:cNvPr>
            <p:cNvSpPr/>
            <p:nvPr/>
          </p:nvSpPr>
          <p:spPr>
            <a:xfrm>
              <a:off x="6741971" y="1536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17" name="Group 16">
              <a:extLst>
                <a:ext uri="{FF2B5EF4-FFF2-40B4-BE49-F238E27FC236}">
                  <a16:creationId xmlns:a16="http://schemas.microsoft.com/office/drawing/2014/main" id="{CB153488-0089-8334-15C7-CE6754922EC7}"/>
                </a:ext>
              </a:extLst>
            </p:cNvPr>
            <p:cNvGrpSpPr/>
            <p:nvPr/>
          </p:nvGrpSpPr>
          <p:grpSpPr>
            <a:xfrm>
              <a:off x="742232" y="1303835"/>
              <a:ext cx="1000564" cy="808020"/>
              <a:chOff x="-129155" y="924202"/>
              <a:chExt cx="1073776" cy="867143"/>
            </a:xfrm>
          </p:grpSpPr>
          <p:grpSp>
            <p:nvGrpSpPr>
              <p:cNvPr id="8" name="Group 7">
                <a:extLst>
                  <a:ext uri="{FF2B5EF4-FFF2-40B4-BE49-F238E27FC236}">
                    <a16:creationId xmlns:a16="http://schemas.microsoft.com/office/drawing/2014/main" id="{EF00A268-2F76-851B-AF13-8C80C847BE7E}"/>
                  </a:ext>
                </a:extLst>
              </p:cNvPr>
              <p:cNvGrpSpPr/>
              <p:nvPr/>
            </p:nvGrpSpPr>
            <p:grpSpPr>
              <a:xfrm>
                <a:off x="232341" y="924202"/>
                <a:ext cx="350785" cy="602906"/>
                <a:chOff x="1044226" y="1792224"/>
                <a:chExt cx="493522" cy="848233"/>
              </a:xfrm>
            </p:grpSpPr>
            <p:sp>
              <p:nvSpPr>
                <p:cNvPr id="10" name="Oval 9">
                  <a:extLst>
                    <a:ext uri="{FF2B5EF4-FFF2-40B4-BE49-F238E27FC236}">
                      <a16:creationId xmlns:a16="http://schemas.microsoft.com/office/drawing/2014/main" id="{AE02553B-8E03-7966-C1D2-9F0D2D5CE99C}"/>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1" name="Straight Connector 10">
                  <a:extLst>
                    <a:ext uri="{FF2B5EF4-FFF2-40B4-BE49-F238E27FC236}">
                      <a16:creationId xmlns:a16="http://schemas.microsoft.com/office/drawing/2014/main" id="{CFC63C80-E04C-834A-DE66-C3D037822C75}"/>
                    </a:ext>
                  </a:extLst>
                </p:cNvPr>
                <p:cNvCxnSpPr>
                  <a:cxnSpLocks/>
                  <a:stCxn id="1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348A14-064A-931D-38A4-EE04D1FDEE7B}"/>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665D724-5956-CDB5-E325-438EA5EEB071}"/>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D61026B-2FFF-11F9-B7C3-FBF7BD2B557F}"/>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3F32987-CF38-B44B-5EF4-BF93EBF17AC0}"/>
                  </a:ext>
                </a:extLst>
              </p:cNvPr>
              <p:cNvSpPr txBox="1"/>
              <p:nvPr/>
            </p:nvSpPr>
            <p:spPr>
              <a:xfrm>
                <a:off x="-129155" y="1527108"/>
                <a:ext cx="1073776" cy="264237"/>
              </a:xfrm>
              <a:prstGeom prst="rect">
                <a:avLst/>
              </a:prstGeom>
              <a:noFill/>
            </p:spPr>
            <p:txBody>
              <a:bodyPr wrap="square" rtlCol="0">
                <a:spAutoFit/>
              </a:bodyPr>
              <a:lstStyle/>
              <a:p>
                <a:pPr algn="ctr"/>
                <a:r>
                  <a:rPr lang="en-US" sz="1000" b="1"/>
                  <a:t>USER</a:t>
                </a:r>
              </a:p>
            </p:txBody>
          </p:sp>
        </p:grpSp>
        <p:sp>
          <p:nvSpPr>
            <p:cNvPr id="32" name="Rectangle 31">
              <a:extLst>
                <a:ext uri="{FF2B5EF4-FFF2-40B4-BE49-F238E27FC236}">
                  <a16:creationId xmlns:a16="http://schemas.microsoft.com/office/drawing/2014/main" id="{3FC81A7F-8346-CFEA-2C29-13E53ED67DC7}"/>
                </a:ext>
              </a:extLst>
            </p:cNvPr>
            <p:cNvSpPr/>
            <p:nvPr/>
          </p:nvSpPr>
          <p:spPr>
            <a:xfrm>
              <a:off x="2571924" y="2330245"/>
              <a:ext cx="124257" cy="165438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71" name="Group 70">
              <a:extLst>
                <a:ext uri="{FF2B5EF4-FFF2-40B4-BE49-F238E27FC236}">
                  <a16:creationId xmlns:a16="http://schemas.microsoft.com/office/drawing/2014/main" id="{14AD6FE8-28A7-9353-FF6F-64B24F062883}"/>
                </a:ext>
              </a:extLst>
            </p:cNvPr>
            <p:cNvGrpSpPr/>
            <p:nvPr/>
          </p:nvGrpSpPr>
          <p:grpSpPr>
            <a:xfrm>
              <a:off x="1252504" y="2104078"/>
              <a:ext cx="1316179" cy="246221"/>
              <a:chOff x="432780" y="1666816"/>
              <a:chExt cx="1412485" cy="264237"/>
            </a:xfrm>
          </p:grpSpPr>
          <p:sp>
            <p:nvSpPr>
              <p:cNvPr id="69" name="TextBox 68">
                <a:extLst>
                  <a:ext uri="{FF2B5EF4-FFF2-40B4-BE49-F238E27FC236}">
                    <a16:creationId xmlns:a16="http://schemas.microsoft.com/office/drawing/2014/main" id="{EA4492F8-6E11-F607-09BD-8B70976F5DC8}"/>
                  </a:ext>
                </a:extLst>
              </p:cNvPr>
              <p:cNvSpPr txBox="1"/>
              <p:nvPr/>
            </p:nvSpPr>
            <p:spPr>
              <a:xfrm>
                <a:off x="597453" y="1666816"/>
                <a:ext cx="1084131" cy="264237"/>
              </a:xfrm>
              <a:prstGeom prst="rect">
                <a:avLst/>
              </a:prstGeom>
              <a:noFill/>
            </p:spPr>
            <p:txBody>
              <a:bodyPr wrap="none" rtlCol="0">
                <a:spAutoFit/>
              </a:bodyPr>
              <a:lstStyle/>
              <a:p>
                <a:r>
                  <a:rPr lang="en-US" sz="1000"/>
                  <a:t>Open Project UI</a:t>
                </a:r>
              </a:p>
            </p:txBody>
          </p:sp>
          <p:cxnSp>
            <p:nvCxnSpPr>
              <p:cNvPr id="67" name="Straight Arrow Connector 66">
                <a:extLst>
                  <a:ext uri="{FF2B5EF4-FFF2-40B4-BE49-F238E27FC236}">
                    <a16:creationId xmlns:a16="http://schemas.microsoft.com/office/drawing/2014/main" id="{C742F859-4FD3-1AF7-AAC5-E96990BE67B1}"/>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2" name="Rectangle 91">
              <a:extLst>
                <a:ext uri="{FF2B5EF4-FFF2-40B4-BE49-F238E27FC236}">
                  <a16:creationId xmlns:a16="http://schemas.microsoft.com/office/drawing/2014/main" id="{73BB5471-4CF4-E057-2EA8-4F51315939C5}"/>
                </a:ext>
              </a:extLst>
            </p:cNvPr>
            <p:cNvSpPr/>
            <p:nvPr/>
          </p:nvSpPr>
          <p:spPr>
            <a:xfrm>
              <a:off x="4931565" y="2576944"/>
              <a:ext cx="124257" cy="121289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2" name="Group 101">
              <a:extLst>
                <a:ext uri="{FF2B5EF4-FFF2-40B4-BE49-F238E27FC236}">
                  <a16:creationId xmlns:a16="http://schemas.microsoft.com/office/drawing/2014/main" id="{6E3AC6D0-6AC4-D57D-8AC9-6FE3BB96698D}"/>
                </a:ext>
              </a:extLst>
            </p:cNvPr>
            <p:cNvGrpSpPr/>
            <p:nvPr/>
          </p:nvGrpSpPr>
          <p:grpSpPr>
            <a:xfrm>
              <a:off x="2698395" y="2349882"/>
              <a:ext cx="2227580" cy="246221"/>
              <a:chOff x="299669" y="1666816"/>
              <a:chExt cx="2390575" cy="264237"/>
            </a:xfrm>
          </p:grpSpPr>
          <p:sp>
            <p:nvSpPr>
              <p:cNvPr id="103" name="TextBox 102">
                <a:extLst>
                  <a:ext uri="{FF2B5EF4-FFF2-40B4-BE49-F238E27FC236}">
                    <a16:creationId xmlns:a16="http://schemas.microsoft.com/office/drawing/2014/main" id="{1E177DA8-4822-9CD8-B399-FA9D7A791303}"/>
                  </a:ext>
                </a:extLst>
              </p:cNvPr>
              <p:cNvSpPr txBox="1"/>
              <p:nvPr/>
            </p:nvSpPr>
            <p:spPr>
              <a:xfrm>
                <a:off x="353114" y="1666816"/>
                <a:ext cx="2038896" cy="264237"/>
              </a:xfrm>
              <a:prstGeom prst="rect">
                <a:avLst/>
              </a:prstGeom>
              <a:noFill/>
            </p:spPr>
            <p:txBody>
              <a:bodyPr wrap="none" rtlCol="0">
                <a:spAutoFit/>
              </a:bodyPr>
              <a:lstStyle/>
              <a:p>
                <a:r>
                  <a:rPr lang="en-US" sz="1000"/>
                  <a:t>GET /api/projects/:id {appToken}</a:t>
                </a:r>
              </a:p>
            </p:txBody>
          </p:sp>
          <p:cxnSp>
            <p:nvCxnSpPr>
              <p:cNvPr id="105" name="Straight Arrow Connector 104">
                <a:extLst>
                  <a:ext uri="{FF2B5EF4-FFF2-40B4-BE49-F238E27FC236}">
                    <a16:creationId xmlns:a16="http://schemas.microsoft.com/office/drawing/2014/main" id="{BA59E497-6280-1104-A395-EDC2CAFCBCAD}"/>
                  </a:ext>
                </a:extLst>
              </p:cNvPr>
              <p:cNvCxnSpPr>
                <a:cxnSpLocks/>
              </p:cNvCxnSpPr>
              <p:nvPr/>
            </p:nvCxnSpPr>
            <p:spPr>
              <a:xfrm>
                <a:off x="299669" y="1922259"/>
                <a:ext cx="23905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4C94764A-F46B-606D-0167-BAE0388F1DCC}"/>
                </a:ext>
              </a:extLst>
            </p:cNvPr>
            <p:cNvGrpSpPr/>
            <p:nvPr/>
          </p:nvGrpSpPr>
          <p:grpSpPr>
            <a:xfrm>
              <a:off x="5062954" y="2860843"/>
              <a:ext cx="2198388" cy="246221"/>
              <a:chOff x="429843" y="1274111"/>
              <a:chExt cx="2359247" cy="264237"/>
            </a:xfrm>
          </p:grpSpPr>
          <p:sp>
            <p:nvSpPr>
              <p:cNvPr id="116" name="TextBox 115">
                <a:extLst>
                  <a:ext uri="{FF2B5EF4-FFF2-40B4-BE49-F238E27FC236}">
                    <a16:creationId xmlns:a16="http://schemas.microsoft.com/office/drawing/2014/main" id="{8BBEB3FE-CC6B-A866-3C8C-D6A7AB6EDE34}"/>
                  </a:ext>
                </a:extLst>
              </p:cNvPr>
              <p:cNvSpPr txBox="1"/>
              <p:nvPr/>
            </p:nvSpPr>
            <p:spPr>
              <a:xfrm>
                <a:off x="429843" y="1274111"/>
                <a:ext cx="1242399" cy="264237"/>
              </a:xfrm>
              <a:prstGeom prst="rect">
                <a:avLst/>
              </a:prstGeom>
              <a:noFill/>
            </p:spPr>
            <p:txBody>
              <a:bodyPr wrap="none" rtlCol="0">
                <a:spAutoFit/>
              </a:bodyPr>
              <a:lstStyle/>
              <a:p>
                <a:r>
                  <a:rPr lang="en-US" sz="1000"/>
                  <a:t>findProjectById(id)</a:t>
                </a:r>
              </a:p>
            </p:txBody>
          </p:sp>
          <p:cxnSp>
            <p:nvCxnSpPr>
              <p:cNvPr id="117" name="Straight Arrow Connector 116">
                <a:extLst>
                  <a:ext uri="{FF2B5EF4-FFF2-40B4-BE49-F238E27FC236}">
                    <a16:creationId xmlns:a16="http://schemas.microsoft.com/office/drawing/2014/main" id="{E7E3E473-935F-8886-BF7C-8D5F01219C90}"/>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Rectangle 118">
              <a:extLst>
                <a:ext uri="{FF2B5EF4-FFF2-40B4-BE49-F238E27FC236}">
                  <a16:creationId xmlns:a16="http://schemas.microsoft.com/office/drawing/2014/main" id="{A3BB0ACC-8603-6B15-698A-2FE0C1737191}"/>
                </a:ext>
              </a:extLst>
            </p:cNvPr>
            <p:cNvSpPr/>
            <p:nvPr/>
          </p:nvSpPr>
          <p:spPr>
            <a:xfrm>
              <a:off x="7266187" y="3100817"/>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62" name="Group 1061">
              <a:extLst>
                <a:ext uri="{FF2B5EF4-FFF2-40B4-BE49-F238E27FC236}">
                  <a16:creationId xmlns:a16="http://schemas.microsoft.com/office/drawing/2014/main" id="{1B8F25C9-00D4-4515-C4CC-83B855E4B054}"/>
                </a:ext>
              </a:extLst>
            </p:cNvPr>
            <p:cNvGrpSpPr/>
            <p:nvPr/>
          </p:nvGrpSpPr>
          <p:grpSpPr>
            <a:xfrm>
              <a:off x="5062954" y="3105333"/>
              <a:ext cx="2198388" cy="246221"/>
              <a:chOff x="1505858" y="2498990"/>
              <a:chExt cx="2359245" cy="264237"/>
            </a:xfrm>
          </p:grpSpPr>
          <p:sp>
            <p:nvSpPr>
              <p:cNvPr id="1063" name="TextBox 1062">
                <a:extLst>
                  <a:ext uri="{FF2B5EF4-FFF2-40B4-BE49-F238E27FC236}">
                    <a16:creationId xmlns:a16="http://schemas.microsoft.com/office/drawing/2014/main" id="{2BB7DBEA-D742-5857-C17A-534E83B2600E}"/>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1064" name="Straight Arrow Connector 1063">
                <a:extLst>
                  <a:ext uri="{FF2B5EF4-FFF2-40B4-BE49-F238E27FC236}">
                    <a16:creationId xmlns:a16="http://schemas.microsoft.com/office/drawing/2014/main" id="{7308C41B-2209-C561-228A-EEDB18551E1E}"/>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092" name="Group 1091">
              <a:extLst>
                <a:ext uri="{FF2B5EF4-FFF2-40B4-BE49-F238E27FC236}">
                  <a16:creationId xmlns:a16="http://schemas.microsoft.com/office/drawing/2014/main" id="{6F759C23-9513-9871-95F9-F19A5DADF03A}"/>
                </a:ext>
              </a:extLst>
            </p:cNvPr>
            <p:cNvGrpSpPr/>
            <p:nvPr/>
          </p:nvGrpSpPr>
          <p:grpSpPr>
            <a:xfrm>
              <a:off x="2691363" y="3525727"/>
              <a:ext cx="2241644" cy="246221"/>
              <a:chOff x="868963" y="2498990"/>
              <a:chExt cx="2405667" cy="264237"/>
            </a:xfrm>
          </p:grpSpPr>
          <p:sp>
            <p:nvSpPr>
              <p:cNvPr id="1093" name="TextBox 1092">
                <a:extLst>
                  <a:ext uri="{FF2B5EF4-FFF2-40B4-BE49-F238E27FC236}">
                    <a16:creationId xmlns:a16="http://schemas.microsoft.com/office/drawing/2014/main" id="{17E4655C-80BF-3837-D9F2-8F760CAC6D42}"/>
                  </a:ext>
                </a:extLst>
              </p:cNvPr>
              <p:cNvSpPr txBox="1"/>
              <p:nvPr/>
            </p:nvSpPr>
            <p:spPr>
              <a:xfrm>
                <a:off x="1600524" y="2498990"/>
                <a:ext cx="874255" cy="264237"/>
              </a:xfrm>
              <a:prstGeom prst="rect">
                <a:avLst/>
              </a:prstGeom>
              <a:noFill/>
            </p:spPr>
            <p:txBody>
              <a:bodyPr wrap="none" rtlCol="0">
                <a:spAutoFit/>
              </a:bodyPr>
              <a:lstStyle/>
              <a:p>
                <a:r>
                  <a:rPr lang="en-US" sz="1000"/>
                  <a:t>200, project</a:t>
                </a:r>
              </a:p>
            </p:txBody>
          </p:sp>
          <p:cxnSp>
            <p:nvCxnSpPr>
              <p:cNvPr id="1094" name="Straight Arrow Connector 1093">
                <a:extLst>
                  <a:ext uri="{FF2B5EF4-FFF2-40B4-BE49-F238E27FC236}">
                    <a16:creationId xmlns:a16="http://schemas.microsoft.com/office/drawing/2014/main" id="{62D5CEF5-A399-D2F0-E6DB-8EFDA4D22332}"/>
                  </a:ext>
                </a:extLst>
              </p:cNvPr>
              <p:cNvCxnSpPr>
                <a:cxnSpLocks/>
              </p:cNvCxnSpPr>
              <p:nvPr/>
            </p:nvCxnSpPr>
            <p:spPr>
              <a:xfrm>
                <a:off x="868963" y="2742599"/>
                <a:ext cx="24056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96" name="TextBox 1095">
              <a:extLst>
                <a:ext uri="{FF2B5EF4-FFF2-40B4-BE49-F238E27FC236}">
                  <a16:creationId xmlns:a16="http://schemas.microsoft.com/office/drawing/2014/main" id="{7434F591-AA70-6AA8-1C73-AF23028E357B}"/>
                </a:ext>
              </a:extLst>
            </p:cNvPr>
            <p:cNvSpPr txBox="1"/>
            <p:nvPr/>
          </p:nvSpPr>
          <p:spPr>
            <a:xfrm>
              <a:off x="5194131" y="2580481"/>
              <a:ext cx="1019831" cy="246221"/>
            </a:xfrm>
            <a:prstGeom prst="rect">
              <a:avLst/>
            </a:prstGeom>
            <a:noFill/>
          </p:spPr>
          <p:txBody>
            <a:bodyPr wrap="none" rtlCol="0">
              <a:spAutoFit/>
            </a:bodyPr>
            <a:lstStyle/>
            <a:p>
              <a:r>
                <a:rPr lang="en-US" sz="1000"/>
                <a:t>verify appToken</a:t>
              </a:r>
            </a:p>
          </p:txBody>
        </p:sp>
        <p:sp>
          <p:nvSpPr>
            <p:cNvPr id="1097" name="Arc 1096">
              <a:extLst>
                <a:ext uri="{FF2B5EF4-FFF2-40B4-BE49-F238E27FC236}">
                  <a16:creationId xmlns:a16="http://schemas.microsoft.com/office/drawing/2014/main" id="{23D7CEDC-15CD-AED6-3594-FE454F836239}"/>
                </a:ext>
              </a:extLst>
            </p:cNvPr>
            <p:cNvSpPr/>
            <p:nvPr/>
          </p:nvSpPr>
          <p:spPr>
            <a:xfrm>
              <a:off x="4882626" y="2608726"/>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45A5DC12-7AF5-6963-6215-5B5BFC68D624}"/>
                </a:ext>
              </a:extLst>
            </p:cNvPr>
            <p:cNvGrpSpPr/>
            <p:nvPr/>
          </p:nvGrpSpPr>
          <p:grpSpPr>
            <a:xfrm>
              <a:off x="1244744" y="3707399"/>
              <a:ext cx="1330816" cy="246221"/>
              <a:chOff x="1588819" y="-1503191"/>
              <a:chExt cx="1428193" cy="264237"/>
            </a:xfrm>
          </p:grpSpPr>
          <p:sp>
            <p:nvSpPr>
              <p:cNvPr id="34" name="TextBox 33">
                <a:extLst>
                  <a:ext uri="{FF2B5EF4-FFF2-40B4-BE49-F238E27FC236}">
                    <a16:creationId xmlns:a16="http://schemas.microsoft.com/office/drawing/2014/main" id="{495762A1-D6EF-0C4C-E3EF-7D7FA7E26B7D}"/>
                  </a:ext>
                </a:extLst>
              </p:cNvPr>
              <p:cNvSpPr txBox="1"/>
              <p:nvPr/>
            </p:nvSpPr>
            <p:spPr>
              <a:xfrm>
                <a:off x="1906138" y="-1503191"/>
                <a:ext cx="748673" cy="264237"/>
              </a:xfrm>
              <a:prstGeom prst="rect">
                <a:avLst/>
              </a:prstGeom>
              <a:noFill/>
            </p:spPr>
            <p:txBody>
              <a:bodyPr wrap="none" rtlCol="0">
                <a:spAutoFit/>
              </a:bodyPr>
              <a:lstStyle/>
              <a:p>
                <a:r>
                  <a:rPr lang="en-US" sz="1000"/>
                  <a:t>Project UI</a:t>
                </a:r>
              </a:p>
            </p:txBody>
          </p:sp>
          <p:cxnSp>
            <p:nvCxnSpPr>
              <p:cNvPr id="35" name="Straight Arrow Connector 34">
                <a:extLst>
                  <a:ext uri="{FF2B5EF4-FFF2-40B4-BE49-F238E27FC236}">
                    <a16:creationId xmlns:a16="http://schemas.microsoft.com/office/drawing/2014/main" id="{58259F62-D09E-C078-D8B9-701C4BB01F99}"/>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E2DD6B03-809C-66E6-B047-F77769EEAAB5}"/>
                </a:ext>
              </a:extLst>
            </p:cNvPr>
            <p:cNvGrpSpPr/>
            <p:nvPr/>
          </p:nvGrpSpPr>
          <p:grpSpPr>
            <a:xfrm>
              <a:off x="438720" y="893209"/>
              <a:ext cx="2481593" cy="295234"/>
              <a:chOff x="390525" y="886128"/>
              <a:chExt cx="2481593" cy="295234"/>
            </a:xfrm>
          </p:grpSpPr>
          <p:sp>
            <p:nvSpPr>
              <p:cNvPr id="46" name="Rectangle: Single Corner Snipped 45">
                <a:extLst>
                  <a:ext uri="{FF2B5EF4-FFF2-40B4-BE49-F238E27FC236}">
                    <a16:creationId xmlns:a16="http://schemas.microsoft.com/office/drawing/2014/main" id="{84DDBAFB-DB70-29FD-F581-444880A6FDF6}"/>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7" name="TextBox 46">
                <a:extLst>
                  <a:ext uri="{FF2B5EF4-FFF2-40B4-BE49-F238E27FC236}">
                    <a16:creationId xmlns:a16="http://schemas.microsoft.com/office/drawing/2014/main" id="{26285081-7047-EA85-7C4D-EBC7FF5AE874}"/>
                  </a:ext>
                </a:extLst>
              </p:cNvPr>
              <p:cNvSpPr txBox="1"/>
              <p:nvPr/>
            </p:nvSpPr>
            <p:spPr>
              <a:xfrm>
                <a:off x="544987" y="904363"/>
                <a:ext cx="1952009" cy="276999"/>
              </a:xfrm>
              <a:prstGeom prst="rect">
                <a:avLst/>
              </a:prstGeom>
              <a:noFill/>
            </p:spPr>
            <p:txBody>
              <a:bodyPr wrap="none" rtlCol="0">
                <a:spAutoFit/>
              </a:bodyPr>
              <a:lstStyle/>
              <a:p>
                <a:r>
                  <a:rPr lang="en-US" sz="1200" b="1"/>
                  <a:t>Xem chi tiết dự án tham gia</a:t>
                </a:r>
              </a:p>
            </p:txBody>
          </p:sp>
        </p:grpSp>
        <p:sp>
          <p:nvSpPr>
            <p:cNvPr id="4" name="TextBox 3">
              <a:extLst>
                <a:ext uri="{FF2B5EF4-FFF2-40B4-BE49-F238E27FC236}">
                  <a16:creationId xmlns:a16="http://schemas.microsoft.com/office/drawing/2014/main" id="{484DF72E-2DF5-36A0-2CC5-333904EFEAC4}"/>
                </a:ext>
              </a:extLst>
            </p:cNvPr>
            <p:cNvSpPr txBox="1"/>
            <p:nvPr/>
          </p:nvSpPr>
          <p:spPr>
            <a:xfrm>
              <a:off x="5194131" y="3439192"/>
              <a:ext cx="1035861" cy="246221"/>
            </a:xfrm>
            <a:prstGeom prst="rect">
              <a:avLst/>
            </a:prstGeom>
            <a:noFill/>
          </p:spPr>
          <p:txBody>
            <a:bodyPr wrap="none" rtlCol="0">
              <a:spAutoFit/>
            </a:bodyPr>
            <a:lstStyle/>
            <a:p>
              <a:r>
                <a:rPr lang="en-US" sz="1000"/>
                <a:t>verify isMember</a:t>
              </a:r>
            </a:p>
          </p:txBody>
        </p:sp>
        <p:sp>
          <p:nvSpPr>
            <p:cNvPr id="5" name="Arc 4">
              <a:extLst>
                <a:ext uri="{FF2B5EF4-FFF2-40B4-BE49-F238E27FC236}">
                  <a16:creationId xmlns:a16="http://schemas.microsoft.com/office/drawing/2014/main" id="{56B75E95-3377-EF5C-7F3A-47C990BD3F6F}"/>
                </a:ext>
              </a:extLst>
            </p:cNvPr>
            <p:cNvSpPr/>
            <p:nvPr/>
          </p:nvSpPr>
          <p:spPr>
            <a:xfrm>
              <a:off x="4882626" y="3467437"/>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spTree>
    <p:extLst>
      <p:ext uri="{BB962C8B-B14F-4D97-AF65-F5344CB8AC3E}">
        <p14:creationId xmlns:p14="http://schemas.microsoft.com/office/powerpoint/2010/main" val="2364865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B935-6611-7830-6758-1E0E31929D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C16C21-4AE2-9CC5-28AF-5E8E60814F56}"/>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3" name="Title 2">
            <a:extLst>
              <a:ext uri="{FF2B5EF4-FFF2-40B4-BE49-F238E27FC236}">
                <a16:creationId xmlns:a16="http://schemas.microsoft.com/office/drawing/2014/main" id="{AFFAB24B-A958-6F89-714B-A27B4AE17D6B}"/>
              </a:ext>
            </a:extLst>
          </p:cNvPr>
          <p:cNvSpPr>
            <a:spLocks noGrp="1"/>
          </p:cNvSpPr>
          <p:nvPr>
            <p:ph type="title"/>
          </p:nvPr>
        </p:nvSpPr>
        <p:spPr/>
        <p:txBody>
          <a:bodyPr/>
          <a:lstStyle/>
          <a:p>
            <a:r>
              <a:rPr lang="en-US"/>
              <a:t>Cập nhật thông tin dự án</a:t>
            </a:r>
          </a:p>
        </p:txBody>
      </p:sp>
      <p:sp>
        <p:nvSpPr>
          <p:cNvPr id="7" name="Rectangle 6">
            <a:extLst>
              <a:ext uri="{FF2B5EF4-FFF2-40B4-BE49-F238E27FC236}">
                <a16:creationId xmlns:a16="http://schemas.microsoft.com/office/drawing/2014/main" id="{7CB274AF-F441-4E2D-5977-49F143A935E8}"/>
              </a:ext>
            </a:extLst>
          </p:cNvPr>
          <p:cNvSpPr/>
          <p:nvPr/>
        </p:nvSpPr>
        <p:spPr>
          <a:xfrm>
            <a:off x="257464" y="1029663"/>
            <a:ext cx="7940708" cy="479867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76" name="Straight Connector 75">
            <a:extLst>
              <a:ext uri="{FF2B5EF4-FFF2-40B4-BE49-F238E27FC236}">
                <a16:creationId xmlns:a16="http://schemas.microsoft.com/office/drawing/2014/main" id="{0C38CECB-815F-79D6-54F4-C35BBFEBDBBC}"/>
              </a:ext>
            </a:extLst>
          </p:cNvPr>
          <p:cNvCxnSpPr>
            <a:cxnSpLocks/>
            <a:stCxn id="18" idx="2"/>
          </p:cNvCxnSpPr>
          <p:nvPr/>
        </p:nvCxnSpPr>
        <p:spPr>
          <a:xfrm>
            <a:off x="3253879" y="2172634"/>
            <a:ext cx="0" cy="3533782"/>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4DA2528-1AB0-2FB1-5614-12B4DC747B18}"/>
              </a:ext>
            </a:extLst>
          </p:cNvPr>
          <p:cNvCxnSpPr>
            <a:cxnSpLocks/>
          </p:cNvCxnSpPr>
          <p:nvPr/>
        </p:nvCxnSpPr>
        <p:spPr>
          <a:xfrm>
            <a:off x="5224719" y="2175528"/>
            <a:ext cx="0" cy="352326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7B3C717-95FD-B30D-9D3D-BF98A7A333DD}"/>
              </a:ext>
            </a:extLst>
          </p:cNvPr>
          <p:cNvCxnSpPr>
            <a:cxnSpLocks/>
          </p:cNvCxnSpPr>
          <p:nvPr/>
        </p:nvCxnSpPr>
        <p:spPr>
          <a:xfrm>
            <a:off x="7292822" y="2172635"/>
            <a:ext cx="0" cy="351854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ECE2AA3-9A69-DDA7-2C25-160F3E4DEE75}"/>
              </a:ext>
            </a:extLst>
          </p:cNvPr>
          <p:cNvCxnSpPr>
            <a:cxnSpLocks/>
          </p:cNvCxnSpPr>
          <p:nvPr/>
        </p:nvCxnSpPr>
        <p:spPr>
          <a:xfrm>
            <a:off x="1862339" y="2172635"/>
            <a:ext cx="0" cy="350330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E68E38D-8E87-0C00-EEF5-313C05BCC005}"/>
              </a:ext>
            </a:extLst>
          </p:cNvPr>
          <p:cNvSpPr/>
          <p:nvPr/>
        </p:nvSpPr>
        <p:spPr>
          <a:xfrm>
            <a:off x="2667533" y="164995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9" name="Rectangle 18">
            <a:extLst>
              <a:ext uri="{FF2B5EF4-FFF2-40B4-BE49-F238E27FC236}">
                <a16:creationId xmlns:a16="http://schemas.microsoft.com/office/drawing/2014/main" id="{2EAF078E-DDDC-247C-3553-3B70EC17767E}"/>
              </a:ext>
            </a:extLst>
          </p:cNvPr>
          <p:cNvSpPr/>
          <p:nvPr/>
        </p:nvSpPr>
        <p:spPr>
          <a:xfrm>
            <a:off x="4637477" y="165067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0" name="Rectangle 19">
            <a:extLst>
              <a:ext uri="{FF2B5EF4-FFF2-40B4-BE49-F238E27FC236}">
                <a16:creationId xmlns:a16="http://schemas.microsoft.com/office/drawing/2014/main" id="{BF7AE032-8EFA-FECB-E919-A833FC0712CC}"/>
              </a:ext>
            </a:extLst>
          </p:cNvPr>
          <p:cNvSpPr/>
          <p:nvPr/>
        </p:nvSpPr>
        <p:spPr>
          <a:xfrm>
            <a:off x="6706476" y="164995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2" name="Group 21">
            <a:extLst>
              <a:ext uri="{FF2B5EF4-FFF2-40B4-BE49-F238E27FC236}">
                <a16:creationId xmlns:a16="http://schemas.microsoft.com/office/drawing/2014/main" id="{77F66E55-60CC-7779-8EAE-5C316C333474}"/>
              </a:ext>
            </a:extLst>
          </p:cNvPr>
          <p:cNvGrpSpPr/>
          <p:nvPr/>
        </p:nvGrpSpPr>
        <p:grpSpPr>
          <a:xfrm>
            <a:off x="1362057" y="1417171"/>
            <a:ext cx="1000564" cy="808020"/>
            <a:chOff x="-129155" y="924202"/>
            <a:chExt cx="1073776" cy="867143"/>
          </a:xfrm>
        </p:grpSpPr>
        <p:grpSp>
          <p:nvGrpSpPr>
            <p:cNvPr id="66" name="Group 65">
              <a:extLst>
                <a:ext uri="{FF2B5EF4-FFF2-40B4-BE49-F238E27FC236}">
                  <a16:creationId xmlns:a16="http://schemas.microsoft.com/office/drawing/2014/main" id="{127EF218-9832-2229-5C8E-CDA86E722A1C}"/>
                </a:ext>
              </a:extLst>
            </p:cNvPr>
            <p:cNvGrpSpPr/>
            <p:nvPr/>
          </p:nvGrpSpPr>
          <p:grpSpPr>
            <a:xfrm>
              <a:off x="232341" y="924202"/>
              <a:ext cx="350785" cy="602906"/>
              <a:chOff x="1044226" y="1792224"/>
              <a:chExt cx="493522" cy="848233"/>
            </a:xfrm>
          </p:grpSpPr>
          <p:sp>
            <p:nvSpPr>
              <p:cNvPr id="70" name="Oval 69">
                <a:extLst>
                  <a:ext uri="{FF2B5EF4-FFF2-40B4-BE49-F238E27FC236}">
                    <a16:creationId xmlns:a16="http://schemas.microsoft.com/office/drawing/2014/main" id="{F3502437-1F13-C539-076F-2467A2A2C96B}"/>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2" name="Straight Connector 71">
                <a:extLst>
                  <a:ext uri="{FF2B5EF4-FFF2-40B4-BE49-F238E27FC236}">
                    <a16:creationId xmlns:a16="http://schemas.microsoft.com/office/drawing/2014/main" id="{ACF11D71-498A-A1DC-EBA5-E46D34D685E5}"/>
                  </a:ext>
                </a:extLst>
              </p:cNvPr>
              <p:cNvCxnSpPr>
                <a:cxnSpLocks/>
                <a:stCxn id="7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FCB3BFF-2D42-5DFA-07AD-CB436A35B06C}"/>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7432B21-BFF0-A5CA-D4F7-FAD467A5F40E}"/>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5A4C1B7-4E12-A02C-8087-A61FC709F8A5}"/>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F7632996-1D91-50F6-4C31-403F464DF032}"/>
                </a:ext>
              </a:extLst>
            </p:cNvPr>
            <p:cNvSpPr txBox="1"/>
            <p:nvPr/>
          </p:nvSpPr>
          <p:spPr>
            <a:xfrm>
              <a:off x="-129155" y="1527108"/>
              <a:ext cx="1073776" cy="264237"/>
            </a:xfrm>
            <a:prstGeom prst="rect">
              <a:avLst/>
            </a:prstGeom>
            <a:noFill/>
          </p:spPr>
          <p:txBody>
            <a:bodyPr wrap="square" rtlCol="0">
              <a:spAutoFit/>
            </a:bodyPr>
            <a:lstStyle/>
            <a:p>
              <a:pPr algn="ctr"/>
              <a:r>
                <a:rPr lang="en-US" sz="1000" b="1"/>
                <a:t>OWNER</a:t>
              </a:r>
            </a:p>
          </p:txBody>
        </p:sp>
      </p:grpSp>
      <p:sp>
        <p:nvSpPr>
          <p:cNvPr id="25" name="Rectangle 24">
            <a:extLst>
              <a:ext uri="{FF2B5EF4-FFF2-40B4-BE49-F238E27FC236}">
                <a16:creationId xmlns:a16="http://schemas.microsoft.com/office/drawing/2014/main" id="{A231B755-15F5-C180-16E2-6150F68AA272}"/>
              </a:ext>
            </a:extLst>
          </p:cNvPr>
          <p:cNvSpPr/>
          <p:nvPr/>
        </p:nvSpPr>
        <p:spPr>
          <a:xfrm>
            <a:off x="3191749" y="2443580"/>
            <a:ext cx="124257" cy="3054239"/>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48995616-2D84-AA39-B717-1C2C512E79AD}"/>
              </a:ext>
            </a:extLst>
          </p:cNvPr>
          <p:cNvGrpSpPr/>
          <p:nvPr/>
        </p:nvGrpSpPr>
        <p:grpSpPr>
          <a:xfrm>
            <a:off x="1872329" y="2217414"/>
            <a:ext cx="1316179" cy="246221"/>
            <a:chOff x="432780" y="1666816"/>
            <a:chExt cx="1412485" cy="264237"/>
          </a:xfrm>
        </p:grpSpPr>
        <p:sp>
          <p:nvSpPr>
            <p:cNvPr id="64" name="TextBox 63">
              <a:extLst>
                <a:ext uri="{FF2B5EF4-FFF2-40B4-BE49-F238E27FC236}">
                  <a16:creationId xmlns:a16="http://schemas.microsoft.com/office/drawing/2014/main" id="{DF05DFE2-ABAF-E8B8-AFC2-B1A17FE2F64E}"/>
                </a:ext>
              </a:extLst>
            </p:cNvPr>
            <p:cNvSpPr txBox="1"/>
            <p:nvPr/>
          </p:nvSpPr>
          <p:spPr>
            <a:xfrm>
              <a:off x="600532" y="1666816"/>
              <a:ext cx="1080691" cy="264237"/>
            </a:xfrm>
            <a:prstGeom prst="rect">
              <a:avLst/>
            </a:prstGeom>
            <a:noFill/>
          </p:spPr>
          <p:txBody>
            <a:bodyPr wrap="none" rtlCol="0">
              <a:spAutoFit/>
            </a:bodyPr>
            <a:lstStyle/>
            <a:p>
              <a:r>
                <a:rPr lang="en-US" sz="1000"/>
                <a:t>Open Setting UI</a:t>
              </a:r>
            </a:p>
          </p:txBody>
        </p:sp>
        <p:cxnSp>
          <p:nvCxnSpPr>
            <p:cNvPr id="65" name="Straight Arrow Connector 64">
              <a:extLst>
                <a:ext uri="{FF2B5EF4-FFF2-40B4-BE49-F238E27FC236}">
                  <a16:creationId xmlns:a16="http://schemas.microsoft.com/office/drawing/2014/main" id="{83BA4BD1-CACF-B523-3442-A64E83084012}"/>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FAFAF47C-5B7F-FE51-2A40-77837B70C3D5}"/>
              </a:ext>
            </a:extLst>
          </p:cNvPr>
          <p:cNvSpPr/>
          <p:nvPr/>
        </p:nvSpPr>
        <p:spPr>
          <a:xfrm>
            <a:off x="5161695" y="3523477"/>
            <a:ext cx="124257" cy="1731452"/>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C95E7930-44A5-5542-8AB5-C0F4386A0C48}"/>
              </a:ext>
            </a:extLst>
          </p:cNvPr>
          <p:cNvGrpSpPr/>
          <p:nvPr/>
        </p:nvGrpSpPr>
        <p:grpSpPr>
          <a:xfrm>
            <a:off x="3311088" y="3296415"/>
            <a:ext cx="1904689" cy="246221"/>
            <a:chOff x="292015" y="1666816"/>
            <a:chExt cx="2044058" cy="264237"/>
          </a:xfrm>
        </p:grpSpPr>
        <p:sp>
          <p:nvSpPr>
            <p:cNvPr id="62" name="TextBox 61">
              <a:extLst>
                <a:ext uri="{FF2B5EF4-FFF2-40B4-BE49-F238E27FC236}">
                  <a16:creationId xmlns:a16="http://schemas.microsoft.com/office/drawing/2014/main" id="{6D688AF2-40EF-7659-9BA2-77ADCF84B8B9}"/>
                </a:ext>
              </a:extLst>
            </p:cNvPr>
            <p:cNvSpPr txBox="1"/>
            <p:nvPr/>
          </p:nvSpPr>
          <p:spPr>
            <a:xfrm>
              <a:off x="292015" y="1666816"/>
              <a:ext cx="2044058" cy="264237"/>
            </a:xfrm>
            <a:prstGeom prst="rect">
              <a:avLst/>
            </a:prstGeom>
            <a:noFill/>
          </p:spPr>
          <p:txBody>
            <a:bodyPr wrap="none" rtlCol="0">
              <a:spAutoFit/>
            </a:bodyPr>
            <a:lstStyle/>
            <a:p>
              <a:r>
                <a:rPr lang="en-US" sz="1000"/>
                <a:t>PUT /api/projects/:id {appToken}</a:t>
              </a:r>
            </a:p>
          </p:txBody>
        </p:sp>
        <p:cxnSp>
          <p:nvCxnSpPr>
            <p:cNvPr id="63" name="Straight Arrow Connector 62">
              <a:extLst>
                <a:ext uri="{FF2B5EF4-FFF2-40B4-BE49-F238E27FC236}">
                  <a16:creationId xmlns:a16="http://schemas.microsoft.com/office/drawing/2014/main" id="{7E3EA45A-A5AC-B351-137B-F28F094E184B}"/>
                </a:ext>
              </a:extLst>
            </p:cNvPr>
            <p:cNvCxnSpPr>
              <a:cxnSpLocks/>
            </p:cNvCxnSpPr>
            <p:nvPr/>
          </p:nvCxnSpPr>
          <p:spPr>
            <a:xfrm>
              <a:off x="299669" y="1922259"/>
              <a:ext cx="19800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58ACC97E-95C7-98BE-63A2-A790347E120C}"/>
              </a:ext>
            </a:extLst>
          </p:cNvPr>
          <p:cNvGrpSpPr/>
          <p:nvPr/>
        </p:nvGrpSpPr>
        <p:grpSpPr>
          <a:xfrm>
            <a:off x="5295821" y="3807376"/>
            <a:ext cx="1929592" cy="246221"/>
            <a:chOff x="432780" y="1274111"/>
            <a:chExt cx="2070783" cy="264237"/>
          </a:xfrm>
        </p:grpSpPr>
        <p:sp>
          <p:nvSpPr>
            <p:cNvPr id="60" name="TextBox 59">
              <a:extLst>
                <a:ext uri="{FF2B5EF4-FFF2-40B4-BE49-F238E27FC236}">
                  <a16:creationId xmlns:a16="http://schemas.microsoft.com/office/drawing/2014/main" id="{3AE69AFE-B628-31B1-6792-F11E9F9EC359}"/>
                </a:ext>
              </a:extLst>
            </p:cNvPr>
            <p:cNvSpPr txBox="1"/>
            <p:nvPr/>
          </p:nvSpPr>
          <p:spPr>
            <a:xfrm>
              <a:off x="575426" y="1274111"/>
              <a:ext cx="1242399" cy="264237"/>
            </a:xfrm>
            <a:prstGeom prst="rect">
              <a:avLst/>
            </a:prstGeom>
            <a:noFill/>
          </p:spPr>
          <p:txBody>
            <a:bodyPr wrap="none" rtlCol="0">
              <a:spAutoFit/>
            </a:bodyPr>
            <a:lstStyle/>
            <a:p>
              <a:r>
                <a:rPr lang="en-US" sz="1000"/>
                <a:t>findProjectById(id)</a:t>
              </a:r>
            </a:p>
          </p:txBody>
        </p:sp>
        <p:cxnSp>
          <p:nvCxnSpPr>
            <p:cNvPr id="61" name="Straight Arrow Connector 60">
              <a:extLst>
                <a:ext uri="{FF2B5EF4-FFF2-40B4-BE49-F238E27FC236}">
                  <a16:creationId xmlns:a16="http://schemas.microsoft.com/office/drawing/2014/main" id="{D540BCD1-4C90-2457-6BED-43E27F2D5BB5}"/>
                </a:ext>
              </a:extLst>
            </p:cNvPr>
            <p:cNvCxnSpPr>
              <a:cxnSpLocks/>
            </p:cNvCxnSpPr>
            <p:nvPr/>
          </p:nvCxnSpPr>
          <p:spPr>
            <a:xfrm>
              <a:off x="432780" y="1538348"/>
              <a:ext cx="20707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73B14320-900D-ED94-E821-49538ECF921E}"/>
              </a:ext>
            </a:extLst>
          </p:cNvPr>
          <p:cNvSpPr/>
          <p:nvPr/>
        </p:nvSpPr>
        <p:spPr>
          <a:xfrm>
            <a:off x="7230692" y="4047350"/>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F66D5F19-B851-67B6-526B-46BFFFC17569}"/>
              </a:ext>
            </a:extLst>
          </p:cNvPr>
          <p:cNvGrpSpPr/>
          <p:nvPr/>
        </p:nvGrpSpPr>
        <p:grpSpPr>
          <a:xfrm>
            <a:off x="5293084" y="4051866"/>
            <a:ext cx="1932329" cy="246221"/>
            <a:chOff x="1505858" y="2498990"/>
            <a:chExt cx="2073718" cy="264237"/>
          </a:xfrm>
        </p:grpSpPr>
        <p:sp>
          <p:nvSpPr>
            <p:cNvPr id="58" name="TextBox 57">
              <a:extLst>
                <a:ext uri="{FF2B5EF4-FFF2-40B4-BE49-F238E27FC236}">
                  <a16:creationId xmlns:a16="http://schemas.microsoft.com/office/drawing/2014/main" id="{977736BC-97E2-B7D9-46F0-89218D98BDB8}"/>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59" name="Straight Arrow Connector 58">
              <a:extLst>
                <a:ext uri="{FF2B5EF4-FFF2-40B4-BE49-F238E27FC236}">
                  <a16:creationId xmlns:a16="http://schemas.microsoft.com/office/drawing/2014/main" id="{7D225B46-BF26-0D7B-7DDD-21A7FE61E84B}"/>
                </a:ext>
              </a:extLst>
            </p:cNvPr>
            <p:cNvCxnSpPr>
              <a:cxnSpLocks/>
            </p:cNvCxnSpPr>
            <p:nvPr/>
          </p:nvCxnSpPr>
          <p:spPr>
            <a:xfrm>
              <a:off x="1505858" y="2742599"/>
              <a:ext cx="207371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A6517109-C6F4-76CE-04E4-1E7EC45804E5}"/>
              </a:ext>
            </a:extLst>
          </p:cNvPr>
          <p:cNvGrpSpPr/>
          <p:nvPr/>
        </p:nvGrpSpPr>
        <p:grpSpPr>
          <a:xfrm>
            <a:off x="3312766" y="5025778"/>
            <a:ext cx="1847309" cy="246221"/>
            <a:chOff x="868963" y="2498990"/>
            <a:chExt cx="1982478" cy="264237"/>
          </a:xfrm>
        </p:grpSpPr>
        <p:sp>
          <p:nvSpPr>
            <p:cNvPr id="55" name="TextBox 54">
              <a:extLst>
                <a:ext uri="{FF2B5EF4-FFF2-40B4-BE49-F238E27FC236}">
                  <a16:creationId xmlns:a16="http://schemas.microsoft.com/office/drawing/2014/main" id="{A0B57218-BFD3-0B84-C4EB-8A51D6E5AF74}"/>
                </a:ext>
              </a:extLst>
            </p:cNvPr>
            <p:cNvSpPr txBox="1"/>
            <p:nvPr/>
          </p:nvSpPr>
          <p:spPr>
            <a:xfrm>
              <a:off x="1308155" y="2498990"/>
              <a:ext cx="1342175" cy="264237"/>
            </a:xfrm>
            <a:prstGeom prst="rect">
              <a:avLst/>
            </a:prstGeom>
            <a:noFill/>
          </p:spPr>
          <p:txBody>
            <a:bodyPr wrap="none" rtlCol="0">
              <a:spAutoFit/>
            </a:bodyPr>
            <a:lstStyle/>
            <a:p>
              <a:r>
                <a:rPr lang="en-US" sz="1000"/>
                <a:t>200, updatedProject</a:t>
              </a:r>
            </a:p>
          </p:txBody>
        </p:sp>
        <p:cxnSp>
          <p:nvCxnSpPr>
            <p:cNvPr id="57" name="Straight Arrow Connector 56">
              <a:extLst>
                <a:ext uri="{FF2B5EF4-FFF2-40B4-BE49-F238E27FC236}">
                  <a16:creationId xmlns:a16="http://schemas.microsoft.com/office/drawing/2014/main" id="{985CC7EF-DF25-6F5A-3EC9-BACC95BE29FD}"/>
                </a:ext>
              </a:extLst>
            </p:cNvPr>
            <p:cNvCxnSpPr>
              <a:cxnSpLocks/>
            </p:cNvCxnSpPr>
            <p:nvPr/>
          </p:nvCxnSpPr>
          <p:spPr>
            <a:xfrm>
              <a:off x="868963" y="2742599"/>
              <a:ext cx="198247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68941AC2-7048-BEA0-1628-D7906B2B481F}"/>
              </a:ext>
            </a:extLst>
          </p:cNvPr>
          <p:cNvSpPr txBox="1"/>
          <p:nvPr/>
        </p:nvSpPr>
        <p:spPr>
          <a:xfrm>
            <a:off x="5457647" y="3541850"/>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64EADF60-EF91-3DC1-1D0F-AEF163D80AB6}"/>
              </a:ext>
            </a:extLst>
          </p:cNvPr>
          <p:cNvSpPr/>
          <p:nvPr/>
        </p:nvSpPr>
        <p:spPr>
          <a:xfrm>
            <a:off x="5112756" y="355525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39" name="Group 38">
            <a:extLst>
              <a:ext uri="{FF2B5EF4-FFF2-40B4-BE49-F238E27FC236}">
                <a16:creationId xmlns:a16="http://schemas.microsoft.com/office/drawing/2014/main" id="{0FF1BC9D-A58F-F0D2-E1BF-AE5AD73A51D2}"/>
              </a:ext>
            </a:extLst>
          </p:cNvPr>
          <p:cNvGrpSpPr/>
          <p:nvPr/>
        </p:nvGrpSpPr>
        <p:grpSpPr>
          <a:xfrm>
            <a:off x="1937450" y="2471653"/>
            <a:ext cx="1258888" cy="246221"/>
            <a:chOff x="1667033" y="-1503191"/>
            <a:chExt cx="1351002" cy="264237"/>
          </a:xfrm>
        </p:grpSpPr>
        <p:sp>
          <p:nvSpPr>
            <p:cNvPr id="53" name="TextBox 52">
              <a:extLst>
                <a:ext uri="{FF2B5EF4-FFF2-40B4-BE49-F238E27FC236}">
                  <a16:creationId xmlns:a16="http://schemas.microsoft.com/office/drawing/2014/main" id="{4A76448C-C73B-CE0F-5666-1C9696DEA6C7}"/>
                </a:ext>
              </a:extLst>
            </p:cNvPr>
            <p:cNvSpPr txBox="1"/>
            <p:nvPr/>
          </p:nvSpPr>
          <p:spPr>
            <a:xfrm>
              <a:off x="1945456" y="-1503191"/>
              <a:ext cx="745232" cy="264237"/>
            </a:xfrm>
            <a:prstGeom prst="rect">
              <a:avLst/>
            </a:prstGeom>
            <a:noFill/>
          </p:spPr>
          <p:txBody>
            <a:bodyPr wrap="none" rtlCol="0">
              <a:spAutoFit/>
            </a:bodyPr>
            <a:lstStyle/>
            <a:p>
              <a:r>
                <a:rPr lang="en-US" sz="1000"/>
                <a:t>Setting UI</a:t>
              </a:r>
            </a:p>
          </p:txBody>
        </p:sp>
        <p:cxnSp>
          <p:nvCxnSpPr>
            <p:cNvPr id="54" name="Straight Arrow Connector 53">
              <a:extLst>
                <a:ext uri="{FF2B5EF4-FFF2-40B4-BE49-F238E27FC236}">
                  <a16:creationId xmlns:a16="http://schemas.microsoft.com/office/drawing/2014/main" id="{B89D6ACB-8E75-9922-22B3-FDCE850B01F1}"/>
                </a:ext>
              </a:extLst>
            </p:cNvPr>
            <p:cNvCxnSpPr>
              <a:cxnSpLocks/>
            </p:cNvCxnSpPr>
            <p:nvPr/>
          </p:nvCxnSpPr>
          <p:spPr>
            <a:xfrm>
              <a:off x="1667033" y="-1259581"/>
              <a:ext cx="135100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02ADB877-AC04-402D-9825-4D5AEB86349B}"/>
              </a:ext>
            </a:extLst>
          </p:cNvPr>
          <p:cNvGrpSpPr/>
          <p:nvPr/>
        </p:nvGrpSpPr>
        <p:grpSpPr>
          <a:xfrm>
            <a:off x="1910955" y="3080086"/>
            <a:ext cx="1266333" cy="246221"/>
            <a:chOff x="432780" y="2084032"/>
            <a:chExt cx="1358991" cy="264237"/>
          </a:xfrm>
        </p:grpSpPr>
        <p:sp>
          <p:nvSpPr>
            <p:cNvPr id="51" name="TextBox 50">
              <a:extLst>
                <a:ext uri="{FF2B5EF4-FFF2-40B4-BE49-F238E27FC236}">
                  <a16:creationId xmlns:a16="http://schemas.microsoft.com/office/drawing/2014/main" id="{C0FF7C77-DE4D-3877-764B-06A1811EFF39}"/>
                </a:ext>
              </a:extLst>
            </p:cNvPr>
            <p:cNvSpPr txBox="1"/>
            <p:nvPr/>
          </p:nvSpPr>
          <p:spPr>
            <a:xfrm>
              <a:off x="683806" y="2084032"/>
              <a:ext cx="891458" cy="264237"/>
            </a:xfrm>
            <a:prstGeom prst="rect">
              <a:avLst/>
            </a:prstGeom>
            <a:noFill/>
          </p:spPr>
          <p:txBody>
            <a:bodyPr wrap="none" rtlCol="0">
              <a:spAutoFit/>
            </a:bodyPr>
            <a:lstStyle/>
            <a:p>
              <a:r>
                <a:rPr lang="en-US" sz="1000"/>
                <a:t>Save change</a:t>
              </a:r>
            </a:p>
          </p:txBody>
        </p:sp>
        <p:cxnSp>
          <p:nvCxnSpPr>
            <p:cNvPr id="52" name="Straight Arrow Connector 51">
              <a:extLst>
                <a:ext uri="{FF2B5EF4-FFF2-40B4-BE49-F238E27FC236}">
                  <a16:creationId xmlns:a16="http://schemas.microsoft.com/office/drawing/2014/main" id="{F1DB6D88-041F-ACA1-642F-A6EC9C65D76F}"/>
                </a:ext>
              </a:extLst>
            </p:cNvPr>
            <p:cNvCxnSpPr>
              <a:cxnSpLocks/>
            </p:cNvCxnSpPr>
            <p:nvPr/>
          </p:nvCxnSpPr>
          <p:spPr>
            <a:xfrm>
              <a:off x="432780" y="2344840"/>
              <a:ext cx="13589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48A718E7-D1E8-466F-BC19-AA955835CA1C}"/>
              </a:ext>
            </a:extLst>
          </p:cNvPr>
          <p:cNvGrpSpPr/>
          <p:nvPr/>
        </p:nvGrpSpPr>
        <p:grpSpPr>
          <a:xfrm>
            <a:off x="1864569" y="5224918"/>
            <a:ext cx="1330816" cy="246221"/>
            <a:chOff x="1588819" y="-1503191"/>
            <a:chExt cx="1428193" cy="264237"/>
          </a:xfrm>
        </p:grpSpPr>
        <p:sp>
          <p:nvSpPr>
            <p:cNvPr id="49" name="TextBox 48">
              <a:extLst>
                <a:ext uri="{FF2B5EF4-FFF2-40B4-BE49-F238E27FC236}">
                  <a16:creationId xmlns:a16="http://schemas.microsoft.com/office/drawing/2014/main" id="{DEE7AB53-FE88-5B55-9508-A269C0BE5EFB}"/>
                </a:ext>
              </a:extLst>
            </p:cNvPr>
            <p:cNvSpPr txBox="1"/>
            <p:nvPr/>
          </p:nvSpPr>
          <p:spPr>
            <a:xfrm>
              <a:off x="1933209" y="-1503191"/>
              <a:ext cx="748673" cy="264237"/>
            </a:xfrm>
            <a:prstGeom prst="rect">
              <a:avLst/>
            </a:prstGeom>
            <a:noFill/>
          </p:spPr>
          <p:txBody>
            <a:bodyPr wrap="none" rtlCol="0">
              <a:spAutoFit/>
            </a:bodyPr>
            <a:lstStyle/>
            <a:p>
              <a:r>
                <a:rPr lang="en-US" sz="1000"/>
                <a:t>Project UI</a:t>
              </a:r>
            </a:p>
          </p:txBody>
        </p:sp>
        <p:cxnSp>
          <p:nvCxnSpPr>
            <p:cNvPr id="50" name="Straight Arrow Connector 49">
              <a:extLst>
                <a:ext uri="{FF2B5EF4-FFF2-40B4-BE49-F238E27FC236}">
                  <a16:creationId xmlns:a16="http://schemas.microsoft.com/office/drawing/2014/main" id="{CBA631AC-800F-9F58-4EAE-8DB28A94143B}"/>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2831D497-0393-4A5C-F2F4-616AA26D4BF0}"/>
              </a:ext>
            </a:extLst>
          </p:cNvPr>
          <p:cNvGrpSpPr/>
          <p:nvPr/>
        </p:nvGrpSpPr>
        <p:grpSpPr>
          <a:xfrm>
            <a:off x="225933" y="1028431"/>
            <a:ext cx="2513124" cy="295234"/>
            <a:chOff x="358994" y="886128"/>
            <a:chExt cx="2513124" cy="295234"/>
          </a:xfrm>
        </p:grpSpPr>
        <p:sp>
          <p:nvSpPr>
            <p:cNvPr id="44" name="Rectangle: Single Corner Snipped 43">
              <a:extLst>
                <a:ext uri="{FF2B5EF4-FFF2-40B4-BE49-F238E27FC236}">
                  <a16:creationId xmlns:a16="http://schemas.microsoft.com/office/drawing/2014/main" id="{77A49CA7-2FCE-7492-6CA5-29F1DFA04BD7}"/>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5" name="TextBox 44">
              <a:extLst>
                <a:ext uri="{FF2B5EF4-FFF2-40B4-BE49-F238E27FC236}">
                  <a16:creationId xmlns:a16="http://schemas.microsoft.com/office/drawing/2014/main" id="{9B834CB5-5A8F-FC8B-AB2A-22B9FD487245}"/>
                </a:ext>
              </a:extLst>
            </p:cNvPr>
            <p:cNvSpPr txBox="1"/>
            <p:nvPr/>
          </p:nvSpPr>
          <p:spPr>
            <a:xfrm>
              <a:off x="358994" y="904363"/>
              <a:ext cx="2513124" cy="276999"/>
            </a:xfrm>
            <a:prstGeom prst="rect">
              <a:avLst/>
            </a:prstGeom>
            <a:noFill/>
          </p:spPr>
          <p:txBody>
            <a:bodyPr wrap="none" rtlCol="0">
              <a:spAutoFit/>
            </a:bodyPr>
            <a:lstStyle/>
            <a:p>
              <a:r>
                <a:rPr lang="en-US" sz="1200" b="1"/>
                <a:t>Cập nhật thông tin &amp; cấu hình dự án</a:t>
              </a:r>
            </a:p>
          </p:txBody>
        </p:sp>
      </p:grpSp>
      <p:sp>
        <p:nvSpPr>
          <p:cNvPr id="81" name="Arc 80">
            <a:extLst>
              <a:ext uri="{FF2B5EF4-FFF2-40B4-BE49-F238E27FC236}">
                <a16:creationId xmlns:a16="http://schemas.microsoft.com/office/drawing/2014/main" id="{882C9047-512E-F2C9-AC9D-6FD17F0114F4}"/>
              </a:ext>
            </a:extLst>
          </p:cNvPr>
          <p:cNvSpPr/>
          <p:nvPr/>
        </p:nvSpPr>
        <p:spPr>
          <a:xfrm>
            <a:off x="1578424" y="2756869"/>
            <a:ext cx="346043" cy="471314"/>
          </a:xfrm>
          <a:prstGeom prst="arc">
            <a:avLst>
              <a:gd name="adj1" fmla="val 5188501"/>
              <a:gd name="adj2" fmla="val 16475105"/>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2" name="Rectangle 81">
            <a:extLst>
              <a:ext uri="{FF2B5EF4-FFF2-40B4-BE49-F238E27FC236}">
                <a16:creationId xmlns:a16="http://schemas.microsoft.com/office/drawing/2014/main" id="{520DACD9-626D-0D2C-774C-507599D54C23}"/>
              </a:ext>
            </a:extLst>
          </p:cNvPr>
          <p:cNvSpPr/>
          <p:nvPr/>
        </p:nvSpPr>
        <p:spPr>
          <a:xfrm>
            <a:off x="1800210" y="2710514"/>
            <a:ext cx="124257" cy="66144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5" name="TextBox 84">
            <a:extLst>
              <a:ext uri="{FF2B5EF4-FFF2-40B4-BE49-F238E27FC236}">
                <a16:creationId xmlns:a16="http://schemas.microsoft.com/office/drawing/2014/main" id="{A00FDA3F-5B12-BC90-D356-BB315A16A614}"/>
              </a:ext>
            </a:extLst>
          </p:cNvPr>
          <p:cNvSpPr txBox="1"/>
          <p:nvPr/>
        </p:nvSpPr>
        <p:spPr>
          <a:xfrm>
            <a:off x="297119" y="2700790"/>
            <a:ext cx="1354858" cy="553998"/>
          </a:xfrm>
          <a:prstGeom prst="rect">
            <a:avLst/>
          </a:prstGeom>
          <a:noFill/>
        </p:spPr>
        <p:txBody>
          <a:bodyPr wrap="square" rtlCol="0">
            <a:spAutoFit/>
          </a:bodyPr>
          <a:lstStyle/>
          <a:p>
            <a:pPr algn="r"/>
            <a:r>
              <a:rPr lang="en-US" sz="1000"/>
              <a:t>Edit name, description</a:t>
            </a:r>
          </a:p>
          <a:p>
            <a:pPr algn="r"/>
            <a:r>
              <a:rPr lang="en-US" sz="1000"/>
              <a:t>Config visiableTask</a:t>
            </a:r>
          </a:p>
          <a:p>
            <a:pPr algn="r"/>
            <a:r>
              <a:rPr lang="en-US" sz="1000"/>
              <a:t>Config taskReminder</a:t>
            </a:r>
          </a:p>
        </p:txBody>
      </p:sp>
      <p:sp>
        <p:nvSpPr>
          <p:cNvPr id="96" name="TextBox 95">
            <a:extLst>
              <a:ext uri="{FF2B5EF4-FFF2-40B4-BE49-F238E27FC236}">
                <a16:creationId xmlns:a16="http://schemas.microsoft.com/office/drawing/2014/main" id="{1F9F1E4F-DE68-EA9F-2A35-0A153FF51DC1}"/>
              </a:ext>
            </a:extLst>
          </p:cNvPr>
          <p:cNvSpPr txBox="1"/>
          <p:nvPr/>
        </p:nvSpPr>
        <p:spPr>
          <a:xfrm>
            <a:off x="5460356" y="4415843"/>
            <a:ext cx="710451" cy="246221"/>
          </a:xfrm>
          <a:prstGeom prst="rect">
            <a:avLst/>
          </a:prstGeom>
          <a:noFill/>
        </p:spPr>
        <p:txBody>
          <a:bodyPr wrap="none" rtlCol="0">
            <a:spAutoFit/>
          </a:bodyPr>
          <a:lstStyle/>
          <a:p>
            <a:r>
              <a:rPr lang="en-US" sz="1000"/>
              <a:t>verify role</a:t>
            </a:r>
          </a:p>
        </p:txBody>
      </p:sp>
      <p:sp>
        <p:nvSpPr>
          <p:cNvPr id="97" name="Arc 96">
            <a:extLst>
              <a:ext uri="{FF2B5EF4-FFF2-40B4-BE49-F238E27FC236}">
                <a16:creationId xmlns:a16="http://schemas.microsoft.com/office/drawing/2014/main" id="{857C88F9-0707-D5A8-C6F2-C7C429F46736}"/>
              </a:ext>
            </a:extLst>
          </p:cNvPr>
          <p:cNvSpPr/>
          <p:nvPr/>
        </p:nvSpPr>
        <p:spPr>
          <a:xfrm>
            <a:off x="5115465" y="4429252"/>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01" name="Group 100">
            <a:extLst>
              <a:ext uri="{FF2B5EF4-FFF2-40B4-BE49-F238E27FC236}">
                <a16:creationId xmlns:a16="http://schemas.microsoft.com/office/drawing/2014/main" id="{C7A5368E-123D-00DE-2359-9CBB03AFC56D}"/>
              </a:ext>
            </a:extLst>
          </p:cNvPr>
          <p:cNvGrpSpPr/>
          <p:nvPr/>
        </p:nvGrpSpPr>
        <p:grpSpPr>
          <a:xfrm>
            <a:off x="5295821" y="4662064"/>
            <a:ext cx="1971885" cy="246221"/>
            <a:chOff x="432780" y="1319193"/>
            <a:chExt cx="2116171" cy="264237"/>
          </a:xfrm>
        </p:grpSpPr>
        <p:sp>
          <p:nvSpPr>
            <p:cNvPr id="104" name="TextBox 103">
              <a:extLst>
                <a:ext uri="{FF2B5EF4-FFF2-40B4-BE49-F238E27FC236}">
                  <a16:creationId xmlns:a16="http://schemas.microsoft.com/office/drawing/2014/main" id="{F6AB799B-543D-D6F3-91BB-CC3861547106}"/>
                </a:ext>
              </a:extLst>
            </p:cNvPr>
            <p:cNvSpPr txBox="1"/>
            <p:nvPr/>
          </p:nvSpPr>
          <p:spPr>
            <a:xfrm>
              <a:off x="575426" y="1319193"/>
              <a:ext cx="1973525" cy="264237"/>
            </a:xfrm>
            <a:prstGeom prst="rect">
              <a:avLst/>
            </a:prstGeom>
            <a:noFill/>
          </p:spPr>
          <p:txBody>
            <a:bodyPr wrap="none" rtlCol="0">
              <a:spAutoFit/>
            </a:bodyPr>
            <a:lstStyle/>
            <a:p>
              <a:r>
                <a:rPr lang="en-US" sz="1000"/>
                <a:t>updateProjectById(id, name, ...)</a:t>
              </a:r>
            </a:p>
          </p:txBody>
        </p:sp>
        <p:cxnSp>
          <p:nvCxnSpPr>
            <p:cNvPr id="106" name="Straight Arrow Connector 105">
              <a:extLst>
                <a:ext uri="{FF2B5EF4-FFF2-40B4-BE49-F238E27FC236}">
                  <a16:creationId xmlns:a16="http://schemas.microsoft.com/office/drawing/2014/main" id="{30A4113D-AC03-6C81-0CE5-7910D9806FF8}"/>
                </a:ext>
              </a:extLst>
            </p:cNvPr>
            <p:cNvCxnSpPr>
              <a:cxnSpLocks/>
            </p:cNvCxnSpPr>
            <p:nvPr/>
          </p:nvCxnSpPr>
          <p:spPr>
            <a:xfrm>
              <a:off x="432780" y="1538348"/>
              <a:ext cx="20707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8" name="Rectangle 107">
            <a:extLst>
              <a:ext uri="{FF2B5EF4-FFF2-40B4-BE49-F238E27FC236}">
                <a16:creationId xmlns:a16="http://schemas.microsoft.com/office/drawing/2014/main" id="{DD3D4FF1-6E71-039C-8A68-317F290274FF}"/>
              </a:ext>
            </a:extLst>
          </p:cNvPr>
          <p:cNvSpPr/>
          <p:nvPr/>
        </p:nvSpPr>
        <p:spPr>
          <a:xfrm>
            <a:off x="7230692" y="485938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10" name="Group 109">
            <a:extLst>
              <a:ext uri="{FF2B5EF4-FFF2-40B4-BE49-F238E27FC236}">
                <a16:creationId xmlns:a16="http://schemas.microsoft.com/office/drawing/2014/main" id="{EBE42B00-0030-203F-E7E2-EEBD22B42FA3}"/>
              </a:ext>
            </a:extLst>
          </p:cNvPr>
          <p:cNvGrpSpPr/>
          <p:nvPr/>
        </p:nvGrpSpPr>
        <p:grpSpPr>
          <a:xfrm>
            <a:off x="5293084" y="4859386"/>
            <a:ext cx="1932329" cy="246221"/>
            <a:chOff x="1505858" y="2498990"/>
            <a:chExt cx="2073718" cy="264237"/>
          </a:xfrm>
        </p:grpSpPr>
        <p:sp>
          <p:nvSpPr>
            <p:cNvPr id="111" name="TextBox 110">
              <a:extLst>
                <a:ext uri="{FF2B5EF4-FFF2-40B4-BE49-F238E27FC236}">
                  <a16:creationId xmlns:a16="http://schemas.microsoft.com/office/drawing/2014/main" id="{6BEF4E25-A92C-C9D4-A1A0-E35837658B7B}"/>
                </a:ext>
              </a:extLst>
            </p:cNvPr>
            <p:cNvSpPr txBox="1"/>
            <p:nvPr/>
          </p:nvSpPr>
          <p:spPr>
            <a:xfrm>
              <a:off x="2451359" y="2498990"/>
              <a:ext cx="1065206" cy="264237"/>
            </a:xfrm>
            <a:prstGeom prst="rect">
              <a:avLst/>
            </a:prstGeom>
            <a:noFill/>
          </p:spPr>
          <p:txBody>
            <a:bodyPr wrap="none" rtlCol="0">
              <a:spAutoFit/>
            </a:bodyPr>
            <a:lstStyle/>
            <a:p>
              <a:r>
                <a:rPr lang="en-US" sz="1000"/>
                <a:t>updatedProject</a:t>
              </a:r>
            </a:p>
          </p:txBody>
        </p:sp>
        <p:cxnSp>
          <p:nvCxnSpPr>
            <p:cNvPr id="112" name="Straight Arrow Connector 111">
              <a:extLst>
                <a:ext uri="{FF2B5EF4-FFF2-40B4-BE49-F238E27FC236}">
                  <a16:creationId xmlns:a16="http://schemas.microsoft.com/office/drawing/2014/main" id="{335C76AF-BAE3-54E2-13BA-8F743B9E94E7}"/>
                </a:ext>
              </a:extLst>
            </p:cNvPr>
            <p:cNvCxnSpPr>
              <a:cxnSpLocks/>
            </p:cNvCxnSpPr>
            <p:nvPr/>
          </p:nvCxnSpPr>
          <p:spPr>
            <a:xfrm>
              <a:off x="1505858" y="2742599"/>
              <a:ext cx="207371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5715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67D91-5DA6-1F39-FAB7-5C532D27F6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7D05A7-8F68-7D68-3B9E-12FF3FE5C48C}"/>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3" name="Title 2">
            <a:extLst>
              <a:ext uri="{FF2B5EF4-FFF2-40B4-BE49-F238E27FC236}">
                <a16:creationId xmlns:a16="http://schemas.microsoft.com/office/drawing/2014/main" id="{F3ED1EE9-776B-544D-41BB-FFEF0AEB9A39}"/>
              </a:ext>
            </a:extLst>
          </p:cNvPr>
          <p:cNvSpPr>
            <a:spLocks noGrp="1"/>
          </p:cNvSpPr>
          <p:nvPr>
            <p:ph type="title"/>
          </p:nvPr>
        </p:nvSpPr>
        <p:spPr/>
        <p:txBody>
          <a:bodyPr/>
          <a:lstStyle/>
          <a:p>
            <a:r>
              <a:rPr lang="en-US"/>
              <a:t>Xóa dự án</a:t>
            </a:r>
          </a:p>
        </p:txBody>
      </p:sp>
      <p:grpSp>
        <p:nvGrpSpPr>
          <p:cNvPr id="8" name="Group 7">
            <a:extLst>
              <a:ext uri="{FF2B5EF4-FFF2-40B4-BE49-F238E27FC236}">
                <a16:creationId xmlns:a16="http://schemas.microsoft.com/office/drawing/2014/main" id="{83EF5FA7-C7CC-067A-C7F1-5D96949B8AD3}"/>
              </a:ext>
            </a:extLst>
          </p:cNvPr>
          <p:cNvGrpSpPr/>
          <p:nvPr/>
        </p:nvGrpSpPr>
        <p:grpSpPr>
          <a:xfrm>
            <a:off x="257464" y="1028431"/>
            <a:ext cx="7940708" cy="4799905"/>
            <a:chOff x="257464" y="1028431"/>
            <a:chExt cx="7940708" cy="4799905"/>
          </a:xfrm>
        </p:grpSpPr>
        <p:sp>
          <p:nvSpPr>
            <p:cNvPr id="7" name="Rectangle 6">
              <a:extLst>
                <a:ext uri="{FF2B5EF4-FFF2-40B4-BE49-F238E27FC236}">
                  <a16:creationId xmlns:a16="http://schemas.microsoft.com/office/drawing/2014/main" id="{09BD64B6-06E9-3116-FE05-B68BD662F829}"/>
                </a:ext>
              </a:extLst>
            </p:cNvPr>
            <p:cNvSpPr/>
            <p:nvPr/>
          </p:nvSpPr>
          <p:spPr>
            <a:xfrm>
              <a:off x="257464" y="1029663"/>
              <a:ext cx="7940708" cy="479867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76" name="Straight Connector 75">
              <a:extLst>
                <a:ext uri="{FF2B5EF4-FFF2-40B4-BE49-F238E27FC236}">
                  <a16:creationId xmlns:a16="http://schemas.microsoft.com/office/drawing/2014/main" id="{9AAC1C5B-26DE-D9ED-298B-F7484683E561}"/>
                </a:ext>
              </a:extLst>
            </p:cNvPr>
            <p:cNvCxnSpPr>
              <a:cxnSpLocks/>
              <a:stCxn id="18" idx="2"/>
            </p:cNvCxnSpPr>
            <p:nvPr/>
          </p:nvCxnSpPr>
          <p:spPr>
            <a:xfrm>
              <a:off x="3253879" y="2172634"/>
              <a:ext cx="0" cy="3533782"/>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531E9E9-127D-4876-6D70-46D948FC6940}"/>
                </a:ext>
              </a:extLst>
            </p:cNvPr>
            <p:cNvCxnSpPr>
              <a:cxnSpLocks/>
            </p:cNvCxnSpPr>
            <p:nvPr/>
          </p:nvCxnSpPr>
          <p:spPr>
            <a:xfrm>
              <a:off x="5224719" y="2175528"/>
              <a:ext cx="0" cy="352326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F70C3CB-7D19-8942-14D0-D7FFA5DF8F8A}"/>
                </a:ext>
              </a:extLst>
            </p:cNvPr>
            <p:cNvCxnSpPr>
              <a:cxnSpLocks/>
            </p:cNvCxnSpPr>
            <p:nvPr/>
          </p:nvCxnSpPr>
          <p:spPr>
            <a:xfrm>
              <a:off x="7292822" y="2172635"/>
              <a:ext cx="0" cy="351854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5207415-7DC0-D3A6-AE60-90EC00D2A6BB}"/>
                </a:ext>
              </a:extLst>
            </p:cNvPr>
            <p:cNvCxnSpPr>
              <a:cxnSpLocks/>
            </p:cNvCxnSpPr>
            <p:nvPr/>
          </p:nvCxnSpPr>
          <p:spPr>
            <a:xfrm>
              <a:off x="1862339" y="2172635"/>
              <a:ext cx="0" cy="350330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C70EB0A-92E0-7FC3-B476-E8D947B58F78}"/>
                </a:ext>
              </a:extLst>
            </p:cNvPr>
            <p:cNvSpPr/>
            <p:nvPr/>
          </p:nvSpPr>
          <p:spPr>
            <a:xfrm>
              <a:off x="2667533" y="164995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19" name="Rectangle 18">
              <a:extLst>
                <a:ext uri="{FF2B5EF4-FFF2-40B4-BE49-F238E27FC236}">
                  <a16:creationId xmlns:a16="http://schemas.microsoft.com/office/drawing/2014/main" id="{30E10154-3BCD-FF0B-C2AB-2C44A7396504}"/>
                </a:ext>
              </a:extLst>
            </p:cNvPr>
            <p:cNvSpPr/>
            <p:nvPr/>
          </p:nvSpPr>
          <p:spPr>
            <a:xfrm>
              <a:off x="4637477" y="165067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0" name="Rectangle 19">
              <a:extLst>
                <a:ext uri="{FF2B5EF4-FFF2-40B4-BE49-F238E27FC236}">
                  <a16:creationId xmlns:a16="http://schemas.microsoft.com/office/drawing/2014/main" id="{604F90F0-15E3-F62E-B4A7-B4990F16851C}"/>
                </a:ext>
              </a:extLst>
            </p:cNvPr>
            <p:cNvSpPr/>
            <p:nvPr/>
          </p:nvSpPr>
          <p:spPr>
            <a:xfrm>
              <a:off x="6706476" y="1649955"/>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2" name="Group 21">
              <a:extLst>
                <a:ext uri="{FF2B5EF4-FFF2-40B4-BE49-F238E27FC236}">
                  <a16:creationId xmlns:a16="http://schemas.microsoft.com/office/drawing/2014/main" id="{D0BBC43A-8E82-FAA4-51C3-2453EC099955}"/>
                </a:ext>
              </a:extLst>
            </p:cNvPr>
            <p:cNvGrpSpPr/>
            <p:nvPr/>
          </p:nvGrpSpPr>
          <p:grpSpPr>
            <a:xfrm>
              <a:off x="1362057" y="1417171"/>
              <a:ext cx="1000564" cy="808020"/>
              <a:chOff x="-129155" y="924202"/>
              <a:chExt cx="1073776" cy="867143"/>
            </a:xfrm>
          </p:grpSpPr>
          <p:grpSp>
            <p:nvGrpSpPr>
              <p:cNvPr id="66" name="Group 65">
                <a:extLst>
                  <a:ext uri="{FF2B5EF4-FFF2-40B4-BE49-F238E27FC236}">
                    <a16:creationId xmlns:a16="http://schemas.microsoft.com/office/drawing/2014/main" id="{BA677F59-EA2C-2DE4-29D4-345BA308779E}"/>
                  </a:ext>
                </a:extLst>
              </p:cNvPr>
              <p:cNvGrpSpPr/>
              <p:nvPr/>
            </p:nvGrpSpPr>
            <p:grpSpPr>
              <a:xfrm>
                <a:off x="232341" y="924202"/>
                <a:ext cx="350785" cy="602906"/>
                <a:chOff x="1044226" y="1792224"/>
                <a:chExt cx="493522" cy="848233"/>
              </a:xfrm>
            </p:grpSpPr>
            <p:sp>
              <p:nvSpPr>
                <p:cNvPr id="70" name="Oval 69">
                  <a:extLst>
                    <a:ext uri="{FF2B5EF4-FFF2-40B4-BE49-F238E27FC236}">
                      <a16:creationId xmlns:a16="http://schemas.microsoft.com/office/drawing/2014/main" id="{B01FCBF7-C55A-CDF3-CE8A-5B10E1938A94}"/>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2" name="Straight Connector 71">
                  <a:extLst>
                    <a:ext uri="{FF2B5EF4-FFF2-40B4-BE49-F238E27FC236}">
                      <a16:creationId xmlns:a16="http://schemas.microsoft.com/office/drawing/2014/main" id="{E1F0AC8E-9F74-7EED-AF24-A8CA4C4395C3}"/>
                    </a:ext>
                  </a:extLst>
                </p:cNvPr>
                <p:cNvCxnSpPr>
                  <a:cxnSpLocks/>
                  <a:stCxn id="70"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77C01D5-A531-30CF-962F-55B972532E47}"/>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180FF2C-B7B5-3C35-6E9C-CED411DF4E2B}"/>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3D91161-A617-3152-C2AD-881702DDD674}"/>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5D658AEC-8700-C2F2-0CE6-E76E570A6623}"/>
                  </a:ext>
                </a:extLst>
              </p:cNvPr>
              <p:cNvSpPr txBox="1"/>
              <p:nvPr/>
            </p:nvSpPr>
            <p:spPr>
              <a:xfrm>
                <a:off x="-129155" y="1527108"/>
                <a:ext cx="1073776" cy="264237"/>
              </a:xfrm>
              <a:prstGeom prst="rect">
                <a:avLst/>
              </a:prstGeom>
              <a:noFill/>
            </p:spPr>
            <p:txBody>
              <a:bodyPr wrap="square" rtlCol="0">
                <a:spAutoFit/>
              </a:bodyPr>
              <a:lstStyle/>
              <a:p>
                <a:pPr algn="ctr"/>
                <a:r>
                  <a:rPr lang="en-US" sz="1000" b="1"/>
                  <a:t>OWNER</a:t>
                </a:r>
              </a:p>
            </p:txBody>
          </p:sp>
        </p:grpSp>
        <p:sp>
          <p:nvSpPr>
            <p:cNvPr id="25" name="Rectangle 24">
              <a:extLst>
                <a:ext uri="{FF2B5EF4-FFF2-40B4-BE49-F238E27FC236}">
                  <a16:creationId xmlns:a16="http://schemas.microsoft.com/office/drawing/2014/main" id="{6AD768E9-A8BE-47DF-2988-883FDF349B06}"/>
                </a:ext>
              </a:extLst>
            </p:cNvPr>
            <p:cNvSpPr/>
            <p:nvPr/>
          </p:nvSpPr>
          <p:spPr>
            <a:xfrm>
              <a:off x="3191749" y="2443580"/>
              <a:ext cx="124257" cy="3054239"/>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03A00D17-252C-E2E7-D12C-3AA1FDDCA3BF}"/>
                </a:ext>
              </a:extLst>
            </p:cNvPr>
            <p:cNvGrpSpPr/>
            <p:nvPr/>
          </p:nvGrpSpPr>
          <p:grpSpPr>
            <a:xfrm>
              <a:off x="1872329" y="2217414"/>
              <a:ext cx="1316179" cy="246221"/>
              <a:chOff x="432780" y="1666816"/>
              <a:chExt cx="1412485" cy="264237"/>
            </a:xfrm>
          </p:grpSpPr>
          <p:sp>
            <p:nvSpPr>
              <p:cNvPr id="64" name="TextBox 63">
                <a:extLst>
                  <a:ext uri="{FF2B5EF4-FFF2-40B4-BE49-F238E27FC236}">
                    <a16:creationId xmlns:a16="http://schemas.microsoft.com/office/drawing/2014/main" id="{20CA988C-D033-5B96-E32E-C7DF3C4D018E}"/>
                  </a:ext>
                </a:extLst>
              </p:cNvPr>
              <p:cNvSpPr txBox="1"/>
              <p:nvPr/>
            </p:nvSpPr>
            <p:spPr>
              <a:xfrm>
                <a:off x="600532" y="1666816"/>
                <a:ext cx="994676" cy="264237"/>
              </a:xfrm>
              <a:prstGeom prst="rect">
                <a:avLst/>
              </a:prstGeom>
              <a:noFill/>
            </p:spPr>
            <p:txBody>
              <a:bodyPr wrap="none" rtlCol="0">
                <a:spAutoFit/>
              </a:bodyPr>
              <a:lstStyle/>
              <a:p>
                <a:r>
                  <a:rPr lang="en-US" sz="1000"/>
                  <a:t>Delete Project</a:t>
                </a:r>
              </a:p>
            </p:txBody>
          </p:sp>
          <p:cxnSp>
            <p:nvCxnSpPr>
              <p:cNvPr id="65" name="Straight Arrow Connector 64">
                <a:extLst>
                  <a:ext uri="{FF2B5EF4-FFF2-40B4-BE49-F238E27FC236}">
                    <a16:creationId xmlns:a16="http://schemas.microsoft.com/office/drawing/2014/main" id="{D480B463-D0EA-0263-4008-DACD38AEBEAB}"/>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4D22B5C6-09BE-D03D-9EA1-0EF489B71FAF}"/>
                </a:ext>
              </a:extLst>
            </p:cNvPr>
            <p:cNvSpPr/>
            <p:nvPr/>
          </p:nvSpPr>
          <p:spPr>
            <a:xfrm>
              <a:off x="5161695" y="3280483"/>
              <a:ext cx="124257" cy="1731452"/>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70DFA6DD-7345-5743-DE9F-76EE7A1A8C3D}"/>
                </a:ext>
              </a:extLst>
            </p:cNvPr>
            <p:cNvGrpSpPr/>
            <p:nvPr/>
          </p:nvGrpSpPr>
          <p:grpSpPr>
            <a:xfrm>
              <a:off x="3311088" y="3053421"/>
              <a:ext cx="1890261" cy="246221"/>
              <a:chOff x="292015" y="1666816"/>
              <a:chExt cx="2028575" cy="264237"/>
            </a:xfrm>
          </p:grpSpPr>
          <p:sp>
            <p:nvSpPr>
              <p:cNvPr id="62" name="TextBox 61">
                <a:extLst>
                  <a:ext uri="{FF2B5EF4-FFF2-40B4-BE49-F238E27FC236}">
                    <a16:creationId xmlns:a16="http://schemas.microsoft.com/office/drawing/2014/main" id="{4ECB7D30-4E4D-A15A-DC8E-98E83D6CEFFF}"/>
                  </a:ext>
                </a:extLst>
              </p:cNvPr>
              <p:cNvSpPr txBox="1"/>
              <p:nvPr/>
            </p:nvSpPr>
            <p:spPr>
              <a:xfrm>
                <a:off x="292015" y="1666816"/>
                <a:ext cx="2028575" cy="264237"/>
              </a:xfrm>
              <a:prstGeom prst="rect">
                <a:avLst/>
              </a:prstGeom>
              <a:noFill/>
            </p:spPr>
            <p:txBody>
              <a:bodyPr wrap="none" rtlCol="0">
                <a:spAutoFit/>
              </a:bodyPr>
              <a:lstStyle/>
              <a:p>
                <a:r>
                  <a:rPr lang="en-US" sz="1000"/>
                  <a:t>DEL /api/projects/:id {appToken}</a:t>
                </a:r>
              </a:p>
            </p:txBody>
          </p:sp>
          <p:cxnSp>
            <p:nvCxnSpPr>
              <p:cNvPr id="63" name="Straight Arrow Connector 62">
                <a:extLst>
                  <a:ext uri="{FF2B5EF4-FFF2-40B4-BE49-F238E27FC236}">
                    <a16:creationId xmlns:a16="http://schemas.microsoft.com/office/drawing/2014/main" id="{A5240016-F8AA-C708-FCFC-D636187E4DAC}"/>
                  </a:ext>
                </a:extLst>
              </p:cNvPr>
              <p:cNvCxnSpPr>
                <a:cxnSpLocks/>
              </p:cNvCxnSpPr>
              <p:nvPr/>
            </p:nvCxnSpPr>
            <p:spPr>
              <a:xfrm>
                <a:off x="299669" y="1922259"/>
                <a:ext cx="19800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F8BD1653-0AB1-762C-6314-C20D0CEC0292}"/>
                </a:ext>
              </a:extLst>
            </p:cNvPr>
            <p:cNvGrpSpPr/>
            <p:nvPr/>
          </p:nvGrpSpPr>
          <p:grpSpPr>
            <a:xfrm>
              <a:off x="5295821" y="3564382"/>
              <a:ext cx="1929592" cy="246221"/>
              <a:chOff x="432780" y="1274111"/>
              <a:chExt cx="2070783" cy="264237"/>
            </a:xfrm>
          </p:grpSpPr>
          <p:sp>
            <p:nvSpPr>
              <p:cNvPr id="60" name="TextBox 59">
                <a:extLst>
                  <a:ext uri="{FF2B5EF4-FFF2-40B4-BE49-F238E27FC236}">
                    <a16:creationId xmlns:a16="http://schemas.microsoft.com/office/drawing/2014/main" id="{6A105AA1-5715-C205-4359-A85DDD513320}"/>
                  </a:ext>
                </a:extLst>
              </p:cNvPr>
              <p:cNvSpPr txBox="1"/>
              <p:nvPr/>
            </p:nvSpPr>
            <p:spPr>
              <a:xfrm>
                <a:off x="575426" y="1274111"/>
                <a:ext cx="1242399" cy="264237"/>
              </a:xfrm>
              <a:prstGeom prst="rect">
                <a:avLst/>
              </a:prstGeom>
              <a:noFill/>
            </p:spPr>
            <p:txBody>
              <a:bodyPr wrap="none" rtlCol="0">
                <a:spAutoFit/>
              </a:bodyPr>
              <a:lstStyle/>
              <a:p>
                <a:r>
                  <a:rPr lang="en-US" sz="1000"/>
                  <a:t>findProjectById(id)</a:t>
                </a:r>
              </a:p>
            </p:txBody>
          </p:sp>
          <p:cxnSp>
            <p:nvCxnSpPr>
              <p:cNvPr id="61" name="Straight Arrow Connector 60">
                <a:extLst>
                  <a:ext uri="{FF2B5EF4-FFF2-40B4-BE49-F238E27FC236}">
                    <a16:creationId xmlns:a16="http://schemas.microsoft.com/office/drawing/2014/main" id="{BC2DE136-90AB-B219-E4F5-C7B541FF0762}"/>
                  </a:ext>
                </a:extLst>
              </p:cNvPr>
              <p:cNvCxnSpPr>
                <a:cxnSpLocks/>
              </p:cNvCxnSpPr>
              <p:nvPr/>
            </p:nvCxnSpPr>
            <p:spPr>
              <a:xfrm>
                <a:off x="432780" y="1538348"/>
                <a:ext cx="20707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C43AC463-9757-514B-9B12-842A2DC05621}"/>
                </a:ext>
              </a:extLst>
            </p:cNvPr>
            <p:cNvSpPr/>
            <p:nvPr/>
          </p:nvSpPr>
          <p:spPr>
            <a:xfrm>
              <a:off x="7230692" y="380435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DA707393-1B9E-7990-0267-C11F02DD539A}"/>
                </a:ext>
              </a:extLst>
            </p:cNvPr>
            <p:cNvGrpSpPr/>
            <p:nvPr/>
          </p:nvGrpSpPr>
          <p:grpSpPr>
            <a:xfrm>
              <a:off x="5293084" y="3808872"/>
              <a:ext cx="1932329" cy="246221"/>
              <a:chOff x="1505858" y="2498990"/>
              <a:chExt cx="2073718" cy="264237"/>
            </a:xfrm>
          </p:grpSpPr>
          <p:sp>
            <p:nvSpPr>
              <p:cNvPr id="58" name="TextBox 57">
                <a:extLst>
                  <a:ext uri="{FF2B5EF4-FFF2-40B4-BE49-F238E27FC236}">
                    <a16:creationId xmlns:a16="http://schemas.microsoft.com/office/drawing/2014/main" id="{49FC388E-5775-957E-B42B-852141C18FCC}"/>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59" name="Straight Arrow Connector 58">
                <a:extLst>
                  <a:ext uri="{FF2B5EF4-FFF2-40B4-BE49-F238E27FC236}">
                    <a16:creationId xmlns:a16="http://schemas.microsoft.com/office/drawing/2014/main" id="{03B6F915-CBAE-1CAC-143A-68895F751A37}"/>
                  </a:ext>
                </a:extLst>
              </p:cNvPr>
              <p:cNvCxnSpPr>
                <a:cxnSpLocks/>
              </p:cNvCxnSpPr>
              <p:nvPr/>
            </p:nvCxnSpPr>
            <p:spPr>
              <a:xfrm>
                <a:off x="1505858" y="2742599"/>
                <a:ext cx="207371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D6DBA8E9-4A84-6822-2049-0699AD8AC90C}"/>
                </a:ext>
              </a:extLst>
            </p:cNvPr>
            <p:cNvGrpSpPr/>
            <p:nvPr/>
          </p:nvGrpSpPr>
          <p:grpSpPr>
            <a:xfrm>
              <a:off x="3312766" y="4782784"/>
              <a:ext cx="1847309" cy="246221"/>
              <a:chOff x="868963" y="2498990"/>
              <a:chExt cx="1982478" cy="264237"/>
            </a:xfrm>
          </p:grpSpPr>
          <p:sp>
            <p:nvSpPr>
              <p:cNvPr id="55" name="TextBox 54">
                <a:extLst>
                  <a:ext uri="{FF2B5EF4-FFF2-40B4-BE49-F238E27FC236}">
                    <a16:creationId xmlns:a16="http://schemas.microsoft.com/office/drawing/2014/main" id="{AB1F508B-C907-45BF-3CCC-910AF37DFE62}"/>
                  </a:ext>
                </a:extLst>
              </p:cNvPr>
              <p:cNvSpPr txBox="1"/>
              <p:nvPr/>
            </p:nvSpPr>
            <p:spPr>
              <a:xfrm>
                <a:off x="1330638" y="2498990"/>
                <a:ext cx="1130579" cy="264237"/>
              </a:xfrm>
              <a:prstGeom prst="rect">
                <a:avLst/>
              </a:prstGeom>
              <a:noFill/>
            </p:spPr>
            <p:txBody>
              <a:bodyPr wrap="none" rtlCol="0">
                <a:spAutoFit/>
              </a:bodyPr>
              <a:lstStyle/>
              <a:p>
                <a:r>
                  <a:rPr lang="en-US" sz="1000"/>
                  <a:t>200, successfully</a:t>
                </a:r>
              </a:p>
            </p:txBody>
          </p:sp>
          <p:cxnSp>
            <p:nvCxnSpPr>
              <p:cNvPr id="57" name="Straight Arrow Connector 56">
                <a:extLst>
                  <a:ext uri="{FF2B5EF4-FFF2-40B4-BE49-F238E27FC236}">
                    <a16:creationId xmlns:a16="http://schemas.microsoft.com/office/drawing/2014/main" id="{70F68397-DF75-D963-37EE-B78B827FF715}"/>
                  </a:ext>
                </a:extLst>
              </p:cNvPr>
              <p:cNvCxnSpPr>
                <a:cxnSpLocks/>
              </p:cNvCxnSpPr>
              <p:nvPr/>
            </p:nvCxnSpPr>
            <p:spPr>
              <a:xfrm>
                <a:off x="868963" y="2742599"/>
                <a:ext cx="198247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799C145D-7EC4-D0AA-9DDA-CA6841CA30D2}"/>
                </a:ext>
              </a:extLst>
            </p:cNvPr>
            <p:cNvSpPr txBox="1"/>
            <p:nvPr/>
          </p:nvSpPr>
          <p:spPr>
            <a:xfrm>
              <a:off x="5457647" y="3298856"/>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63A2F361-A78E-788C-6F02-CDE10F96DB83}"/>
                </a:ext>
              </a:extLst>
            </p:cNvPr>
            <p:cNvSpPr/>
            <p:nvPr/>
          </p:nvSpPr>
          <p:spPr>
            <a:xfrm>
              <a:off x="5112756" y="3312265"/>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39" name="Group 38">
              <a:extLst>
                <a:ext uri="{FF2B5EF4-FFF2-40B4-BE49-F238E27FC236}">
                  <a16:creationId xmlns:a16="http://schemas.microsoft.com/office/drawing/2014/main" id="{EDA08751-C010-06AD-EA25-B36574B4FBD4}"/>
                </a:ext>
              </a:extLst>
            </p:cNvPr>
            <p:cNvGrpSpPr/>
            <p:nvPr/>
          </p:nvGrpSpPr>
          <p:grpSpPr>
            <a:xfrm>
              <a:off x="1937450" y="2471653"/>
              <a:ext cx="1258888" cy="246221"/>
              <a:chOff x="1667033" y="-1503191"/>
              <a:chExt cx="1351002" cy="264237"/>
            </a:xfrm>
          </p:grpSpPr>
          <p:sp>
            <p:nvSpPr>
              <p:cNvPr id="53" name="TextBox 52">
                <a:extLst>
                  <a:ext uri="{FF2B5EF4-FFF2-40B4-BE49-F238E27FC236}">
                    <a16:creationId xmlns:a16="http://schemas.microsoft.com/office/drawing/2014/main" id="{AD5913BD-68CD-E490-4553-7BDC6603E9EA}"/>
                  </a:ext>
                </a:extLst>
              </p:cNvPr>
              <p:cNvSpPr txBox="1"/>
              <p:nvPr/>
            </p:nvSpPr>
            <p:spPr>
              <a:xfrm>
                <a:off x="1945456" y="-1503191"/>
                <a:ext cx="851891" cy="264237"/>
              </a:xfrm>
              <a:prstGeom prst="rect">
                <a:avLst/>
              </a:prstGeom>
              <a:noFill/>
            </p:spPr>
            <p:txBody>
              <a:bodyPr wrap="none" rtlCol="0">
                <a:spAutoFit/>
              </a:bodyPr>
              <a:lstStyle/>
              <a:p>
                <a:r>
                  <a:rPr lang="en-US" sz="1000"/>
                  <a:t>Verify Form</a:t>
                </a:r>
              </a:p>
            </p:txBody>
          </p:sp>
          <p:cxnSp>
            <p:nvCxnSpPr>
              <p:cNvPr id="54" name="Straight Arrow Connector 53">
                <a:extLst>
                  <a:ext uri="{FF2B5EF4-FFF2-40B4-BE49-F238E27FC236}">
                    <a16:creationId xmlns:a16="http://schemas.microsoft.com/office/drawing/2014/main" id="{3F37F5E9-4178-FD25-E992-C914C6A1D35D}"/>
                  </a:ext>
                </a:extLst>
              </p:cNvPr>
              <p:cNvCxnSpPr>
                <a:cxnSpLocks/>
              </p:cNvCxnSpPr>
              <p:nvPr/>
            </p:nvCxnSpPr>
            <p:spPr>
              <a:xfrm>
                <a:off x="1667033" y="-1259581"/>
                <a:ext cx="135100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DEAE8010-A2FB-F260-DC39-54C46B7D97EB}"/>
                </a:ext>
              </a:extLst>
            </p:cNvPr>
            <p:cNvGrpSpPr/>
            <p:nvPr/>
          </p:nvGrpSpPr>
          <p:grpSpPr>
            <a:xfrm>
              <a:off x="1910955" y="2810395"/>
              <a:ext cx="1266333" cy="246221"/>
              <a:chOff x="432780" y="2084032"/>
              <a:chExt cx="1358991" cy="264237"/>
            </a:xfrm>
          </p:grpSpPr>
          <p:sp>
            <p:nvSpPr>
              <p:cNvPr id="51" name="TextBox 50">
                <a:extLst>
                  <a:ext uri="{FF2B5EF4-FFF2-40B4-BE49-F238E27FC236}">
                    <a16:creationId xmlns:a16="http://schemas.microsoft.com/office/drawing/2014/main" id="{FE3D4CE5-5833-E972-32E8-61645ECCB8E2}"/>
                  </a:ext>
                </a:extLst>
              </p:cNvPr>
              <p:cNvSpPr txBox="1"/>
              <p:nvPr/>
            </p:nvSpPr>
            <p:spPr>
              <a:xfrm>
                <a:off x="683806" y="2084032"/>
                <a:ext cx="361607" cy="264237"/>
              </a:xfrm>
              <a:prstGeom prst="rect">
                <a:avLst/>
              </a:prstGeom>
              <a:noFill/>
            </p:spPr>
            <p:txBody>
              <a:bodyPr wrap="none" rtlCol="0">
                <a:spAutoFit/>
              </a:bodyPr>
              <a:lstStyle/>
              <a:p>
                <a:r>
                  <a:rPr lang="en-US" sz="1000"/>
                  <a:t>OK</a:t>
                </a:r>
              </a:p>
            </p:txBody>
          </p:sp>
          <p:cxnSp>
            <p:nvCxnSpPr>
              <p:cNvPr id="52" name="Straight Arrow Connector 51">
                <a:extLst>
                  <a:ext uri="{FF2B5EF4-FFF2-40B4-BE49-F238E27FC236}">
                    <a16:creationId xmlns:a16="http://schemas.microsoft.com/office/drawing/2014/main" id="{0B657555-8951-05E5-D9DD-85797006396B}"/>
                  </a:ext>
                </a:extLst>
              </p:cNvPr>
              <p:cNvCxnSpPr>
                <a:cxnSpLocks/>
              </p:cNvCxnSpPr>
              <p:nvPr/>
            </p:nvCxnSpPr>
            <p:spPr>
              <a:xfrm>
                <a:off x="432780" y="2344840"/>
                <a:ext cx="13589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B047456-724E-BD28-28BF-6B8CAFBE8F14}"/>
                </a:ext>
              </a:extLst>
            </p:cNvPr>
            <p:cNvGrpSpPr/>
            <p:nvPr/>
          </p:nvGrpSpPr>
          <p:grpSpPr>
            <a:xfrm>
              <a:off x="1864569" y="5224918"/>
              <a:ext cx="1330816" cy="246221"/>
              <a:chOff x="1588819" y="-1503191"/>
              <a:chExt cx="1428193" cy="264237"/>
            </a:xfrm>
          </p:grpSpPr>
          <p:sp>
            <p:nvSpPr>
              <p:cNvPr id="49" name="TextBox 48">
                <a:extLst>
                  <a:ext uri="{FF2B5EF4-FFF2-40B4-BE49-F238E27FC236}">
                    <a16:creationId xmlns:a16="http://schemas.microsoft.com/office/drawing/2014/main" id="{5DADEC7A-DBA6-293E-EF03-DB64A7FEEA96}"/>
                  </a:ext>
                </a:extLst>
              </p:cNvPr>
              <p:cNvSpPr txBox="1"/>
              <p:nvPr/>
            </p:nvSpPr>
            <p:spPr>
              <a:xfrm>
                <a:off x="1883214" y="-1503191"/>
                <a:ext cx="802002" cy="264237"/>
              </a:xfrm>
              <a:prstGeom prst="rect">
                <a:avLst/>
              </a:prstGeom>
              <a:noFill/>
            </p:spPr>
            <p:txBody>
              <a:bodyPr wrap="none" rtlCol="0">
                <a:spAutoFit/>
              </a:bodyPr>
              <a:lstStyle/>
              <a:p>
                <a:r>
                  <a:rPr lang="en-US" sz="1000"/>
                  <a:t>Projects UI</a:t>
                </a:r>
              </a:p>
            </p:txBody>
          </p:sp>
          <p:cxnSp>
            <p:nvCxnSpPr>
              <p:cNvPr id="50" name="Straight Arrow Connector 49">
                <a:extLst>
                  <a:ext uri="{FF2B5EF4-FFF2-40B4-BE49-F238E27FC236}">
                    <a16:creationId xmlns:a16="http://schemas.microsoft.com/office/drawing/2014/main" id="{83DBA5DE-3FDA-F89E-0DF7-C2633AE6CFDD}"/>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F688DE0F-EF21-C50B-9B66-1A2778C145C5}"/>
                </a:ext>
              </a:extLst>
            </p:cNvPr>
            <p:cNvGrpSpPr/>
            <p:nvPr/>
          </p:nvGrpSpPr>
          <p:grpSpPr>
            <a:xfrm>
              <a:off x="257464" y="1028431"/>
              <a:ext cx="2481593" cy="295234"/>
              <a:chOff x="390525" y="886128"/>
              <a:chExt cx="2481593" cy="295234"/>
            </a:xfrm>
          </p:grpSpPr>
          <p:sp>
            <p:nvSpPr>
              <p:cNvPr id="44" name="Rectangle: Single Corner Snipped 43">
                <a:extLst>
                  <a:ext uri="{FF2B5EF4-FFF2-40B4-BE49-F238E27FC236}">
                    <a16:creationId xmlns:a16="http://schemas.microsoft.com/office/drawing/2014/main" id="{7A8A7AEC-2513-5BD5-AAC0-B477460DED1F}"/>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5" name="TextBox 44">
                <a:extLst>
                  <a:ext uri="{FF2B5EF4-FFF2-40B4-BE49-F238E27FC236}">
                    <a16:creationId xmlns:a16="http://schemas.microsoft.com/office/drawing/2014/main" id="{3E422C40-A702-A79D-D133-329FD88E2952}"/>
                  </a:ext>
                </a:extLst>
              </p:cNvPr>
              <p:cNvSpPr txBox="1"/>
              <p:nvPr/>
            </p:nvSpPr>
            <p:spPr>
              <a:xfrm>
                <a:off x="1107609" y="904363"/>
                <a:ext cx="837345" cy="276999"/>
              </a:xfrm>
              <a:prstGeom prst="rect">
                <a:avLst/>
              </a:prstGeom>
              <a:noFill/>
            </p:spPr>
            <p:txBody>
              <a:bodyPr wrap="none" rtlCol="0">
                <a:spAutoFit/>
              </a:bodyPr>
              <a:lstStyle/>
              <a:p>
                <a:r>
                  <a:rPr lang="en-US" sz="1200" b="1"/>
                  <a:t>Xóa dự án</a:t>
                </a:r>
              </a:p>
            </p:txBody>
          </p:sp>
        </p:grpSp>
        <p:sp>
          <p:nvSpPr>
            <p:cNvPr id="81" name="Arc 80">
              <a:extLst>
                <a:ext uri="{FF2B5EF4-FFF2-40B4-BE49-F238E27FC236}">
                  <a16:creationId xmlns:a16="http://schemas.microsoft.com/office/drawing/2014/main" id="{2B8D9D9B-8965-CB94-7A57-0282D7DD9172}"/>
                </a:ext>
              </a:extLst>
            </p:cNvPr>
            <p:cNvSpPr/>
            <p:nvPr/>
          </p:nvSpPr>
          <p:spPr>
            <a:xfrm>
              <a:off x="1578424" y="2756869"/>
              <a:ext cx="409982" cy="224591"/>
            </a:xfrm>
            <a:prstGeom prst="arc">
              <a:avLst>
                <a:gd name="adj1" fmla="val 5188501"/>
                <a:gd name="adj2" fmla="val 16475105"/>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2" name="Rectangle 81">
              <a:extLst>
                <a:ext uri="{FF2B5EF4-FFF2-40B4-BE49-F238E27FC236}">
                  <a16:creationId xmlns:a16="http://schemas.microsoft.com/office/drawing/2014/main" id="{40F327A1-AC39-4F7F-A3F3-3D853C4A52C7}"/>
                </a:ext>
              </a:extLst>
            </p:cNvPr>
            <p:cNvSpPr/>
            <p:nvPr/>
          </p:nvSpPr>
          <p:spPr>
            <a:xfrm>
              <a:off x="1800210" y="2710514"/>
              <a:ext cx="124257" cy="350161"/>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5" name="TextBox 84">
              <a:extLst>
                <a:ext uri="{FF2B5EF4-FFF2-40B4-BE49-F238E27FC236}">
                  <a16:creationId xmlns:a16="http://schemas.microsoft.com/office/drawing/2014/main" id="{A0940AF3-3C36-8CA8-C899-E85A940A7FC3}"/>
                </a:ext>
              </a:extLst>
            </p:cNvPr>
            <p:cNvSpPr txBox="1"/>
            <p:nvPr/>
          </p:nvSpPr>
          <p:spPr>
            <a:xfrm>
              <a:off x="345406" y="2735313"/>
              <a:ext cx="1225841" cy="246221"/>
            </a:xfrm>
            <a:prstGeom prst="rect">
              <a:avLst/>
            </a:prstGeom>
            <a:noFill/>
          </p:spPr>
          <p:txBody>
            <a:bodyPr wrap="square" rtlCol="0">
              <a:spAutoFit/>
            </a:bodyPr>
            <a:lstStyle/>
            <a:p>
              <a:pPr algn="r"/>
              <a:r>
                <a:rPr lang="en-US" sz="1000"/>
                <a:t>Enter nameProject</a:t>
              </a:r>
            </a:p>
          </p:txBody>
        </p:sp>
        <p:sp>
          <p:nvSpPr>
            <p:cNvPr id="96" name="TextBox 95">
              <a:extLst>
                <a:ext uri="{FF2B5EF4-FFF2-40B4-BE49-F238E27FC236}">
                  <a16:creationId xmlns:a16="http://schemas.microsoft.com/office/drawing/2014/main" id="{B367AFD1-615E-B041-D650-A6D6D8B51C51}"/>
                </a:ext>
              </a:extLst>
            </p:cNvPr>
            <p:cNvSpPr txBox="1"/>
            <p:nvPr/>
          </p:nvSpPr>
          <p:spPr>
            <a:xfrm>
              <a:off x="5460356" y="4172849"/>
              <a:ext cx="1521570" cy="246221"/>
            </a:xfrm>
            <a:prstGeom prst="rect">
              <a:avLst/>
            </a:prstGeom>
            <a:noFill/>
          </p:spPr>
          <p:txBody>
            <a:bodyPr wrap="none" rtlCol="0">
              <a:spAutoFit/>
            </a:bodyPr>
            <a:lstStyle/>
            <a:p>
              <a:r>
                <a:rPr lang="en-US" sz="1000"/>
                <a:t>verify role &amp; nameProject</a:t>
              </a:r>
            </a:p>
          </p:txBody>
        </p:sp>
        <p:sp>
          <p:nvSpPr>
            <p:cNvPr id="97" name="Arc 96">
              <a:extLst>
                <a:ext uri="{FF2B5EF4-FFF2-40B4-BE49-F238E27FC236}">
                  <a16:creationId xmlns:a16="http://schemas.microsoft.com/office/drawing/2014/main" id="{284AEBD6-1606-A611-C95F-EB21A5B001F0}"/>
                </a:ext>
              </a:extLst>
            </p:cNvPr>
            <p:cNvSpPr/>
            <p:nvPr/>
          </p:nvSpPr>
          <p:spPr>
            <a:xfrm>
              <a:off x="5115465" y="4186258"/>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01" name="Group 100">
              <a:extLst>
                <a:ext uri="{FF2B5EF4-FFF2-40B4-BE49-F238E27FC236}">
                  <a16:creationId xmlns:a16="http://schemas.microsoft.com/office/drawing/2014/main" id="{9BFCAD63-750C-F00E-B0DF-29D6007EA259}"/>
                </a:ext>
              </a:extLst>
            </p:cNvPr>
            <p:cNvGrpSpPr/>
            <p:nvPr/>
          </p:nvGrpSpPr>
          <p:grpSpPr>
            <a:xfrm>
              <a:off x="5295821" y="4419070"/>
              <a:ext cx="1929592" cy="246221"/>
              <a:chOff x="432780" y="1319193"/>
              <a:chExt cx="2070783" cy="264237"/>
            </a:xfrm>
          </p:grpSpPr>
          <p:sp>
            <p:nvSpPr>
              <p:cNvPr id="104" name="TextBox 103">
                <a:extLst>
                  <a:ext uri="{FF2B5EF4-FFF2-40B4-BE49-F238E27FC236}">
                    <a16:creationId xmlns:a16="http://schemas.microsoft.com/office/drawing/2014/main" id="{E8EFD2FC-32FE-897A-81A1-CB4E05804962}"/>
                  </a:ext>
                </a:extLst>
              </p:cNvPr>
              <p:cNvSpPr txBox="1"/>
              <p:nvPr/>
            </p:nvSpPr>
            <p:spPr>
              <a:xfrm>
                <a:off x="575426" y="1319193"/>
                <a:ext cx="1390344" cy="264237"/>
              </a:xfrm>
              <a:prstGeom prst="rect">
                <a:avLst/>
              </a:prstGeom>
              <a:noFill/>
            </p:spPr>
            <p:txBody>
              <a:bodyPr wrap="none" rtlCol="0">
                <a:spAutoFit/>
              </a:bodyPr>
              <a:lstStyle/>
              <a:p>
                <a:r>
                  <a:rPr lang="en-US" sz="1000"/>
                  <a:t>deleteTask(projectId)</a:t>
                </a:r>
              </a:p>
            </p:txBody>
          </p:sp>
          <p:cxnSp>
            <p:nvCxnSpPr>
              <p:cNvPr id="106" name="Straight Arrow Connector 105">
                <a:extLst>
                  <a:ext uri="{FF2B5EF4-FFF2-40B4-BE49-F238E27FC236}">
                    <a16:creationId xmlns:a16="http://schemas.microsoft.com/office/drawing/2014/main" id="{8BFDB216-BDC6-F8C8-91CF-8ED89F8EDF0D}"/>
                  </a:ext>
                </a:extLst>
              </p:cNvPr>
              <p:cNvCxnSpPr>
                <a:cxnSpLocks/>
              </p:cNvCxnSpPr>
              <p:nvPr/>
            </p:nvCxnSpPr>
            <p:spPr>
              <a:xfrm>
                <a:off x="432780" y="1538348"/>
                <a:ext cx="20707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8" name="Rectangle 107">
              <a:extLst>
                <a:ext uri="{FF2B5EF4-FFF2-40B4-BE49-F238E27FC236}">
                  <a16:creationId xmlns:a16="http://schemas.microsoft.com/office/drawing/2014/main" id="{86A7AD4C-2FA3-746E-8A91-0D6D22DC085B}"/>
                </a:ext>
              </a:extLst>
            </p:cNvPr>
            <p:cNvSpPr/>
            <p:nvPr/>
          </p:nvSpPr>
          <p:spPr>
            <a:xfrm>
              <a:off x="7230692" y="4616392"/>
              <a:ext cx="124257" cy="308032"/>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4" name="Group 3">
              <a:extLst>
                <a:ext uri="{FF2B5EF4-FFF2-40B4-BE49-F238E27FC236}">
                  <a16:creationId xmlns:a16="http://schemas.microsoft.com/office/drawing/2014/main" id="{33156384-3408-A175-B308-278F299AA341}"/>
                </a:ext>
              </a:extLst>
            </p:cNvPr>
            <p:cNvGrpSpPr/>
            <p:nvPr/>
          </p:nvGrpSpPr>
          <p:grpSpPr>
            <a:xfrm>
              <a:off x="5295821" y="4649616"/>
              <a:ext cx="1929592" cy="246221"/>
              <a:chOff x="432780" y="1319193"/>
              <a:chExt cx="2070783" cy="264237"/>
            </a:xfrm>
          </p:grpSpPr>
          <p:sp>
            <p:nvSpPr>
              <p:cNvPr id="5" name="TextBox 4">
                <a:extLst>
                  <a:ext uri="{FF2B5EF4-FFF2-40B4-BE49-F238E27FC236}">
                    <a16:creationId xmlns:a16="http://schemas.microsoft.com/office/drawing/2014/main" id="{3FB6A1C9-1D0B-DD91-D6ED-72A25C91C55C}"/>
                  </a:ext>
                </a:extLst>
              </p:cNvPr>
              <p:cNvSpPr txBox="1"/>
              <p:nvPr/>
            </p:nvSpPr>
            <p:spPr>
              <a:xfrm>
                <a:off x="575426" y="1319193"/>
                <a:ext cx="1540010" cy="264237"/>
              </a:xfrm>
              <a:prstGeom prst="rect">
                <a:avLst/>
              </a:prstGeom>
              <a:noFill/>
            </p:spPr>
            <p:txBody>
              <a:bodyPr wrap="none" rtlCol="0">
                <a:spAutoFit/>
              </a:bodyPr>
              <a:lstStyle/>
              <a:p>
                <a:r>
                  <a:rPr lang="en-US" sz="1000"/>
                  <a:t>deleteProject(projectId)</a:t>
                </a:r>
              </a:p>
            </p:txBody>
          </p:sp>
          <p:cxnSp>
            <p:nvCxnSpPr>
              <p:cNvPr id="6" name="Straight Arrow Connector 5">
                <a:extLst>
                  <a:ext uri="{FF2B5EF4-FFF2-40B4-BE49-F238E27FC236}">
                    <a16:creationId xmlns:a16="http://schemas.microsoft.com/office/drawing/2014/main" id="{70057CBD-EB73-74A6-C891-0CBED892F06E}"/>
                  </a:ext>
                </a:extLst>
              </p:cNvPr>
              <p:cNvCxnSpPr>
                <a:cxnSpLocks/>
              </p:cNvCxnSpPr>
              <p:nvPr/>
            </p:nvCxnSpPr>
            <p:spPr>
              <a:xfrm>
                <a:off x="432780" y="1538348"/>
                <a:ext cx="20707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872794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638A-724C-F162-27C0-C0035F0A9C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04DC9D-307A-2117-479F-DBAEEB9D6707}"/>
              </a:ext>
            </a:extLst>
          </p:cNvPr>
          <p:cNvSpPr>
            <a:spLocks noGrp="1"/>
          </p:cNvSpPr>
          <p:nvPr>
            <p:ph type="sldNum" sz="quarter" idx="12"/>
          </p:nvPr>
        </p:nvSpPr>
        <p:spPr/>
        <p:txBody>
          <a:bodyPr/>
          <a:lstStyle/>
          <a:p>
            <a:fld id="{9EA0BE3B-158A-4EDF-80DC-E394A0D1600F}" type="slidenum">
              <a:rPr lang="en-US" smtClean="0"/>
              <a:pPr/>
              <a:t>22</a:t>
            </a:fld>
            <a:endParaRPr lang="en-US"/>
          </a:p>
        </p:txBody>
      </p:sp>
      <p:sp>
        <p:nvSpPr>
          <p:cNvPr id="3" name="Title 2">
            <a:extLst>
              <a:ext uri="{FF2B5EF4-FFF2-40B4-BE49-F238E27FC236}">
                <a16:creationId xmlns:a16="http://schemas.microsoft.com/office/drawing/2014/main" id="{EC541362-BFF6-D4B3-D7BF-80E9453371A0}"/>
              </a:ext>
            </a:extLst>
          </p:cNvPr>
          <p:cNvSpPr>
            <a:spLocks noGrp="1"/>
          </p:cNvSpPr>
          <p:nvPr>
            <p:ph type="title"/>
          </p:nvPr>
        </p:nvSpPr>
        <p:spPr/>
        <p:txBody>
          <a:bodyPr/>
          <a:lstStyle/>
          <a:p>
            <a:r>
              <a:rPr lang="en-US"/>
              <a:t>Tạo dự công việc mới</a:t>
            </a:r>
          </a:p>
        </p:txBody>
      </p:sp>
      <p:grpSp>
        <p:nvGrpSpPr>
          <p:cNvPr id="104" name="Group 103">
            <a:extLst>
              <a:ext uri="{FF2B5EF4-FFF2-40B4-BE49-F238E27FC236}">
                <a16:creationId xmlns:a16="http://schemas.microsoft.com/office/drawing/2014/main" id="{9E44EBFE-6D4D-247E-8A5E-1F37DB02E8CF}"/>
              </a:ext>
            </a:extLst>
          </p:cNvPr>
          <p:cNvGrpSpPr/>
          <p:nvPr/>
        </p:nvGrpSpPr>
        <p:grpSpPr>
          <a:xfrm>
            <a:off x="191404" y="1228489"/>
            <a:ext cx="8188024" cy="4588109"/>
            <a:chOff x="191404" y="1228489"/>
            <a:chExt cx="8188024" cy="4588109"/>
          </a:xfrm>
        </p:grpSpPr>
        <p:sp>
          <p:nvSpPr>
            <p:cNvPr id="15" name="Rectangle 14">
              <a:extLst>
                <a:ext uri="{FF2B5EF4-FFF2-40B4-BE49-F238E27FC236}">
                  <a16:creationId xmlns:a16="http://schemas.microsoft.com/office/drawing/2014/main" id="{3032750B-B65B-4FB2-CB4D-F099597F9CD7}"/>
                </a:ext>
              </a:extLst>
            </p:cNvPr>
            <p:cNvSpPr/>
            <p:nvPr/>
          </p:nvSpPr>
          <p:spPr>
            <a:xfrm>
              <a:off x="203721" y="1229721"/>
              <a:ext cx="8175707" cy="458687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B22BAAF7-B9E2-BC53-E0B3-B2100619FE73}"/>
                </a:ext>
              </a:extLst>
            </p:cNvPr>
            <p:cNvCxnSpPr>
              <a:cxnSpLocks/>
              <a:stCxn id="19" idx="2"/>
            </p:cNvCxnSpPr>
            <p:nvPr/>
          </p:nvCxnSpPr>
          <p:spPr>
            <a:xfrm>
              <a:off x="2634054" y="2394578"/>
              <a:ext cx="0" cy="3343282"/>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CD95894-97D6-3229-991F-A4242CF4C490}"/>
                </a:ext>
              </a:extLst>
            </p:cNvPr>
            <p:cNvCxnSpPr>
              <a:cxnSpLocks/>
            </p:cNvCxnSpPr>
            <p:nvPr/>
          </p:nvCxnSpPr>
          <p:spPr>
            <a:xfrm>
              <a:off x="5337257" y="2397472"/>
              <a:ext cx="0" cy="331117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71DEE5C-722B-6BE1-DD87-84C2719FF613}"/>
                </a:ext>
              </a:extLst>
            </p:cNvPr>
            <p:cNvCxnSpPr>
              <a:cxnSpLocks/>
            </p:cNvCxnSpPr>
            <p:nvPr/>
          </p:nvCxnSpPr>
          <p:spPr>
            <a:xfrm>
              <a:off x="7670155" y="2394579"/>
              <a:ext cx="0" cy="331407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7E07E5A-68AF-FA8E-2995-5EA2D5FAC194}"/>
                </a:ext>
              </a:extLst>
            </p:cNvPr>
            <p:cNvCxnSpPr>
              <a:cxnSpLocks/>
            </p:cNvCxnSpPr>
            <p:nvPr/>
          </p:nvCxnSpPr>
          <p:spPr>
            <a:xfrm>
              <a:off x="1242514" y="2394579"/>
              <a:ext cx="0" cy="329502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F63E05F-5FC5-64A9-B522-F970F2C5D01B}"/>
                </a:ext>
              </a:extLst>
            </p:cNvPr>
            <p:cNvSpPr/>
            <p:nvPr/>
          </p:nvSpPr>
          <p:spPr>
            <a:xfrm>
              <a:off x="2047708"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3E78773E-FB2A-B556-BC14-FEBDA7906DA6}"/>
                </a:ext>
              </a:extLst>
            </p:cNvPr>
            <p:cNvSpPr/>
            <p:nvPr/>
          </p:nvSpPr>
          <p:spPr>
            <a:xfrm>
              <a:off x="4750912" y="1872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F58D0FEC-47EB-A600-7D88-EF8541D58DF3}"/>
                </a:ext>
              </a:extLst>
            </p:cNvPr>
            <p:cNvSpPr/>
            <p:nvPr/>
          </p:nvSpPr>
          <p:spPr>
            <a:xfrm>
              <a:off x="7083809"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F1588C51-B573-04DD-3BB9-3A82B285E2F5}"/>
                </a:ext>
              </a:extLst>
            </p:cNvPr>
            <p:cNvGrpSpPr/>
            <p:nvPr/>
          </p:nvGrpSpPr>
          <p:grpSpPr>
            <a:xfrm>
              <a:off x="626242" y="1639115"/>
              <a:ext cx="1232544" cy="808020"/>
              <a:chOff x="-253632" y="924202"/>
              <a:chExt cx="1322730" cy="867143"/>
            </a:xfrm>
          </p:grpSpPr>
          <p:grpSp>
            <p:nvGrpSpPr>
              <p:cNvPr id="73" name="Group 72">
                <a:extLst>
                  <a:ext uri="{FF2B5EF4-FFF2-40B4-BE49-F238E27FC236}">
                    <a16:creationId xmlns:a16="http://schemas.microsoft.com/office/drawing/2014/main" id="{96E82D11-A032-8873-D77C-B41FD2731FB9}"/>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643A52A1-AEAD-7EAD-F934-781A9A0DBDEE}"/>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36ECD129-094F-7CB7-FE25-063384E509B6}"/>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3F6EF2D-B869-C4D2-64BD-9F8E926C4E61}"/>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E51089F-6840-8B21-76CD-AFC8394250B4}"/>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F5DF149-5042-8932-E363-A3C9DF923B9A}"/>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63ED305B-9115-83C8-AF72-3CF710D0D836}"/>
                  </a:ext>
                </a:extLst>
              </p:cNvPr>
              <p:cNvSpPr txBox="1"/>
              <p:nvPr/>
            </p:nvSpPr>
            <p:spPr>
              <a:xfrm>
                <a:off x="-253632" y="1527108"/>
                <a:ext cx="1322730" cy="264237"/>
              </a:xfrm>
              <a:prstGeom prst="rect">
                <a:avLst/>
              </a:prstGeom>
              <a:noFill/>
            </p:spPr>
            <p:txBody>
              <a:bodyPr wrap="square" rtlCol="0">
                <a:spAutoFit/>
              </a:bodyPr>
              <a:lstStyle/>
              <a:p>
                <a:pPr algn="ctr"/>
                <a:r>
                  <a:rPr lang="en-US" sz="1000" b="1"/>
                  <a:t>OWNER/LEADER</a:t>
                </a:r>
              </a:p>
            </p:txBody>
          </p:sp>
        </p:grpSp>
        <p:sp>
          <p:nvSpPr>
            <p:cNvPr id="25" name="Rectangle 24">
              <a:extLst>
                <a:ext uri="{FF2B5EF4-FFF2-40B4-BE49-F238E27FC236}">
                  <a16:creationId xmlns:a16="http://schemas.microsoft.com/office/drawing/2014/main" id="{74067E1E-703D-3454-E385-F4630D74111A}"/>
                </a:ext>
              </a:extLst>
            </p:cNvPr>
            <p:cNvSpPr/>
            <p:nvPr/>
          </p:nvSpPr>
          <p:spPr>
            <a:xfrm>
              <a:off x="2571924" y="2665524"/>
              <a:ext cx="124257" cy="291612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46E2D457-DA6B-290D-A5A6-23AB1F085B35}"/>
                </a:ext>
              </a:extLst>
            </p:cNvPr>
            <p:cNvGrpSpPr/>
            <p:nvPr/>
          </p:nvGrpSpPr>
          <p:grpSpPr>
            <a:xfrm>
              <a:off x="1252504" y="2439358"/>
              <a:ext cx="1316179" cy="246221"/>
              <a:chOff x="432780" y="1666816"/>
              <a:chExt cx="1412485" cy="264237"/>
            </a:xfrm>
          </p:grpSpPr>
          <p:sp>
            <p:nvSpPr>
              <p:cNvPr id="70" name="TextBox 69">
                <a:extLst>
                  <a:ext uri="{FF2B5EF4-FFF2-40B4-BE49-F238E27FC236}">
                    <a16:creationId xmlns:a16="http://schemas.microsoft.com/office/drawing/2014/main" id="{D3179C54-2FC9-FF28-500C-9BB2E90E559D}"/>
                  </a:ext>
                </a:extLst>
              </p:cNvPr>
              <p:cNvSpPr txBox="1"/>
              <p:nvPr/>
            </p:nvSpPr>
            <p:spPr>
              <a:xfrm>
                <a:off x="549110" y="1666816"/>
                <a:ext cx="1134020" cy="264237"/>
              </a:xfrm>
              <a:prstGeom prst="rect">
                <a:avLst/>
              </a:prstGeom>
              <a:noFill/>
            </p:spPr>
            <p:txBody>
              <a:bodyPr wrap="none" rtlCol="0">
                <a:spAutoFit/>
              </a:bodyPr>
              <a:lstStyle/>
              <a:p>
                <a:r>
                  <a:rPr lang="en-US" sz="1000"/>
                  <a:t>Click “New Task”</a:t>
                </a:r>
              </a:p>
            </p:txBody>
          </p:sp>
          <p:cxnSp>
            <p:nvCxnSpPr>
              <p:cNvPr id="72" name="Straight Arrow Connector 71">
                <a:extLst>
                  <a:ext uri="{FF2B5EF4-FFF2-40B4-BE49-F238E27FC236}">
                    <a16:creationId xmlns:a16="http://schemas.microsoft.com/office/drawing/2014/main" id="{B4392989-F50C-9618-64B0-9471BC324E6D}"/>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B8356D01-F88D-B644-FA66-CBB260A2C315}"/>
                </a:ext>
              </a:extLst>
            </p:cNvPr>
            <p:cNvSpPr/>
            <p:nvPr/>
          </p:nvSpPr>
          <p:spPr>
            <a:xfrm>
              <a:off x="5273403" y="3461019"/>
              <a:ext cx="124257" cy="1853921"/>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C9D74F8C-52E7-FB1E-FC25-D4A83ADD895A}"/>
                </a:ext>
              </a:extLst>
            </p:cNvPr>
            <p:cNvGrpSpPr/>
            <p:nvPr/>
          </p:nvGrpSpPr>
          <p:grpSpPr>
            <a:xfrm>
              <a:off x="2659168" y="3233957"/>
              <a:ext cx="2733441" cy="246221"/>
              <a:chOff x="257571" y="1666816"/>
              <a:chExt cx="2933451" cy="264237"/>
            </a:xfrm>
          </p:grpSpPr>
          <p:sp>
            <p:nvSpPr>
              <p:cNvPr id="66" name="TextBox 65">
                <a:extLst>
                  <a:ext uri="{FF2B5EF4-FFF2-40B4-BE49-F238E27FC236}">
                    <a16:creationId xmlns:a16="http://schemas.microsoft.com/office/drawing/2014/main" id="{9EC87317-5CC0-6797-560B-BEFE0DB24F46}"/>
                  </a:ext>
                </a:extLst>
              </p:cNvPr>
              <p:cNvSpPr txBox="1"/>
              <p:nvPr/>
            </p:nvSpPr>
            <p:spPr>
              <a:xfrm>
                <a:off x="257571" y="1666816"/>
                <a:ext cx="2933451" cy="264237"/>
              </a:xfrm>
              <a:prstGeom prst="rect">
                <a:avLst/>
              </a:prstGeom>
              <a:noFill/>
            </p:spPr>
            <p:txBody>
              <a:bodyPr wrap="none" rtlCol="0">
                <a:spAutoFit/>
              </a:bodyPr>
              <a:lstStyle/>
              <a:p>
                <a:r>
                  <a:rPr lang="en-US" sz="1000"/>
                  <a:t>POST /api/tasks {appToken, projectId, taskInfo,..}</a:t>
                </a:r>
              </a:p>
            </p:txBody>
          </p:sp>
          <p:cxnSp>
            <p:nvCxnSpPr>
              <p:cNvPr id="68" name="Straight Arrow Connector 67">
                <a:extLst>
                  <a:ext uri="{FF2B5EF4-FFF2-40B4-BE49-F238E27FC236}">
                    <a16:creationId xmlns:a16="http://schemas.microsoft.com/office/drawing/2014/main" id="{C46ED012-EA8C-C013-8C67-8497020FA954}"/>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1B7B5962-3832-53A5-146D-762FA5907F00}"/>
                </a:ext>
              </a:extLst>
            </p:cNvPr>
            <p:cNvGrpSpPr/>
            <p:nvPr/>
          </p:nvGrpSpPr>
          <p:grpSpPr>
            <a:xfrm>
              <a:off x="5407529" y="3744918"/>
              <a:ext cx="2195651" cy="246221"/>
              <a:chOff x="432780" y="1274111"/>
              <a:chExt cx="2356310" cy="264237"/>
            </a:xfrm>
          </p:grpSpPr>
          <p:sp>
            <p:nvSpPr>
              <p:cNvPr id="64" name="TextBox 63">
                <a:extLst>
                  <a:ext uri="{FF2B5EF4-FFF2-40B4-BE49-F238E27FC236}">
                    <a16:creationId xmlns:a16="http://schemas.microsoft.com/office/drawing/2014/main" id="{F0523D23-10DC-C512-3FBF-AC5D99E8858B}"/>
                  </a:ext>
                </a:extLst>
              </p:cNvPr>
              <p:cNvSpPr txBox="1"/>
              <p:nvPr/>
            </p:nvSpPr>
            <p:spPr>
              <a:xfrm>
                <a:off x="571762" y="1274111"/>
                <a:ext cx="1644949" cy="264237"/>
              </a:xfrm>
              <a:prstGeom prst="rect">
                <a:avLst/>
              </a:prstGeom>
              <a:noFill/>
            </p:spPr>
            <p:txBody>
              <a:bodyPr wrap="none" rtlCol="0">
                <a:spAutoFit/>
              </a:bodyPr>
              <a:lstStyle/>
              <a:p>
                <a:r>
                  <a:rPr lang="en-US" sz="1000"/>
                  <a:t>findProjectById(projectId)</a:t>
                </a:r>
              </a:p>
            </p:txBody>
          </p:sp>
          <p:cxnSp>
            <p:nvCxnSpPr>
              <p:cNvPr id="65" name="Straight Arrow Connector 64">
                <a:extLst>
                  <a:ext uri="{FF2B5EF4-FFF2-40B4-BE49-F238E27FC236}">
                    <a16:creationId xmlns:a16="http://schemas.microsoft.com/office/drawing/2014/main" id="{27E53446-0D86-7F47-A982-A8A38D62FED3}"/>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D58646B0-7367-2966-B699-E14D223CAFCD}"/>
                </a:ext>
              </a:extLst>
            </p:cNvPr>
            <p:cNvSpPr/>
            <p:nvPr/>
          </p:nvSpPr>
          <p:spPr>
            <a:xfrm>
              <a:off x="7608025" y="3984892"/>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9E8D2556-CF79-EDD4-4C77-0AE71E9FD2E0}"/>
                </a:ext>
              </a:extLst>
            </p:cNvPr>
            <p:cNvGrpSpPr/>
            <p:nvPr/>
          </p:nvGrpSpPr>
          <p:grpSpPr>
            <a:xfrm>
              <a:off x="5404792" y="3989408"/>
              <a:ext cx="2198388" cy="246221"/>
              <a:chOff x="1505858" y="2498990"/>
              <a:chExt cx="2359245" cy="264237"/>
            </a:xfrm>
          </p:grpSpPr>
          <p:sp>
            <p:nvSpPr>
              <p:cNvPr id="62" name="TextBox 61">
                <a:extLst>
                  <a:ext uri="{FF2B5EF4-FFF2-40B4-BE49-F238E27FC236}">
                    <a16:creationId xmlns:a16="http://schemas.microsoft.com/office/drawing/2014/main" id="{A332CD4E-DBD8-419D-7FE3-52D060F18C92}"/>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63" name="Straight Arrow Connector 62">
                <a:extLst>
                  <a:ext uri="{FF2B5EF4-FFF2-40B4-BE49-F238E27FC236}">
                    <a16:creationId xmlns:a16="http://schemas.microsoft.com/office/drawing/2014/main" id="{5F6A234C-5E4F-FD2F-B5FC-B13AA5A3DB40}"/>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0B3FA8B6-3581-EF26-9969-55767006CA8C}"/>
                </a:ext>
              </a:extLst>
            </p:cNvPr>
            <p:cNvGrpSpPr/>
            <p:nvPr/>
          </p:nvGrpSpPr>
          <p:grpSpPr>
            <a:xfrm>
              <a:off x="2692941" y="5053064"/>
              <a:ext cx="2583909" cy="246221"/>
              <a:chOff x="868963" y="2498990"/>
              <a:chExt cx="2772976" cy="264237"/>
            </a:xfrm>
          </p:grpSpPr>
          <p:sp>
            <p:nvSpPr>
              <p:cNvPr id="60" name="TextBox 59">
                <a:extLst>
                  <a:ext uri="{FF2B5EF4-FFF2-40B4-BE49-F238E27FC236}">
                    <a16:creationId xmlns:a16="http://schemas.microsoft.com/office/drawing/2014/main" id="{2A6D3E3E-785A-F49B-8450-6C572AA67002}"/>
                  </a:ext>
                </a:extLst>
              </p:cNvPr>
              <p:cNvSpPr txBox="1"/>
              <p:nvPr/>
            </p:nvSpPr>
            <p:spPr>
              <a:xfrm>
                <a:off x="1857630" y="2498990"/>
                <a:ext cx="702225" cy="264237"/>
              </a:xfrm>
              <a:prstGeom prst="rect">
                <a:avLst/>
              </a:prstGeom>
              <a:noFill/>
            </p:spPr>
            <p:txBody>
              <a:bodyPr wrap="none" rtlCol="0">
                <a:spAutoFit/>
              </a:bodyPr>
              <a:lstStyle/>
              <a:p>
                <a:r>
                  <a:rPr lang="en-US" sz="1000"/>
                  <a:t>201, task</a:t>
                </a:r>
              </a:p>
            </p:txBody>
          </p:sp>
          <p:cxnSp>
            <p:nvCxnSpPr>
              <p:cNvPr id="61" name="Straight Arrow Connector 60">
                <a:extLst>
                  <a:ext uri="{FF2B5EF4-FFF2-40B4-BE49-F238E27FC236}">
                    <a16:creationId xmlns:a16="http://schemas.microsoft.com/office/drawing/2014/main" id="{65B54278-BF33-6A95-EDD8-3A7D461CB379}"/>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2A6668AB-96E2-2483-776E-339FE213D2ED}"/>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B5C3339A-5C8C-A901-89BD-B9DE57468C3E}"/>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39" name="Group 38">
              <a:extLst>
                <a:ext uri="{FF2B5EF4-FFF2-40B4-BE49-F238E27FC236}">
                  <a16:creationId xmlns:a16="http://schemas.microsoft.com/office/drawing/2014/main" id="{A8D2356F-DDFC-4758-C9E0-265C1A6A6B06}"/>
                </a:ext>
              </a:extLst>
            </p:cNvPr>
            <p:cNvGrpSpPr/>
            <p:nvPr/>
          </p:nvGrpSpPr>
          <p:grpSpPr>
            <a:xfrm>
              <a:off x="1300163" y="2693597"/>
              <a:ext cx="1281450" cy="246221"/>
              <a:chOff x="1648293" y="-1503191"/>
              <a:chExt cx="1375215" cy="264237"/>
            </a:xfrm>
          </p:grpSpPr>
          <p:sp>
            <p:nvSpPr>
              <p:cNvPr id="58" name="TextBox 57">
                <a:extLst>
                  <a:ext uri="{FF2B5EF4-FFF2-40B4-BE49-F238E27FC236}">
                    <a16:creationId xmlns:a16="http://schemas.microsoft.com/office/drawing/2014/main" id="{CF67FFEE-1C72-D302-85C5-4B37EFE616BB}"/>
                  </a:ext>
                </a:extLst>
              </p:cNvPr>
              <p:cNvSpPr txBox="1"/>
              <p:nvPr/>
            </p:nvSpPr>
            <p:spPr>
              <a:xfrm>
                <a:off x="1887292" y="-1503191"/>
                <a:ext cx="771037" cy="264237"/>
              </a:xfrm>
              <a:prstGeom prst="rect">
                <a:avLst/>
              </a:prstGeom>
              <a:noFill/>
            </p:spPr>
            <p:txBody>
              <a:bodyPr wrap="none" rtlCol="0">
                <a:spAutoFit/>
              </a:bodyPr>
              <a:lstStyle/>
              <a:p>
                <a:r>
                  <a:rPr lang="en-US" sz="1000"/>
                  <a:t>Task Form</a:t>
                </a:r>
              </a:p>
            </p:txBody>
          </p:sp>
          <p:cxnSp>
            <p:nvCxnSpPr>
              <p:cNvPr id="59" name="Straight Arrow Connector 58">
                <a:extLst>
                  <a:ext uri="{FF2B5EF4-FFF2-40B4-BE49-F238E27FC236}">
                    <a16:creationId xmlns:a16="http://schemas.microsoft.com/office/drawing/2014/main" id="{527B2E74-9E20-EE1D-73D7-0235746F01F6}"/>
                  </a:ext>
                </a:extLst>
              </p:cNvPr>
              <p:cNvCxnSpPr>
                <a:cxnSpLocks/>
              </p:cNvCxnSpPr>
              <p:nvPr/>
            </p:nvCxnSpPr>
            <p:spPr>
              <a:xfrm>
                <a:off x="1648293" y="-1259581"/>
                <a:ext cx="137521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F8ECBA26-051E-BA67-73D1-52A9B1383634}"/>
                </a:ext>
              </a:extLst>
            </p:cNvPr>
            <p:cNvGrpSpPr/>
            <p:nvPr/>
          </p:nvGrpSpPr>
          <p:grpSpPr>
            <a:xfrm>
              <a:off x="1252504" y="2962109"/>
              <a:ext cx="1316179" cy="246221"/>
              <a:chOff x="432780" y="1666816"/>
              <a:chExt cx="1412485" cy="264237"/>
            </a:xfrm>
          </p:grpSpPr>
          <p:sp>
            <p:nvSpPr>
              <p:cNvPr id="55" name="TextBox 54">
                <a:extLst>
                  <a:ext uri="{FF2B5EF4-FFF2-40B4-BE49-F238E27FC236}">
                    <a16:creationId xmlns:a16="http://schemas.microsoft.com/office/drawing/2014/main" id="{0284D863-3D75-FEDF-4F78-158B64C6B63A}"/>
                  </a:ext>
                </a:extLst>
              </p:cNvPr>
              <p:cNvSpPr txBox="1"/>
              <p:nvPr/>
            </p:nvSpPr>
            <p:spPr>
              <a:xfrm>
                <a:off x="675910" y="1666816"/>
                <a:ext cx="918983" cy="264237"/>
              </a:xfrm>
              <a:prstGeom prst="rect">
                <a:avLst/>
              </a:prstGeom>
              <a:noFill/>
            </p:spPr>
            <p:txBody>
              <a:bodyPr wrap="none" rtlCol="0">
                <a:spAutoFit/>
              </a:bodyPr>
              <a:lstStyle/>
              <a:p>
                <a:r>
                  <a:rPr lang="en-US" sz="1000"/>
                  <a:t>Submit Form</a:t>
                </a:r>
              </a:p>
            </p:txBody>
          </p:sp>
          <p:cxnSp>
            <p:nvCxnSpPr>
              <p:cNvPr id="57" name="Straight Arrow Connector 56">
                <a:extLst>
                  <a:ext uri="{FF2B5EF4-FFF2-40B4-BE49-F238E27FC236}">
                    <a16:creationId xmlns:a16="http://schemas.microsoft.com/office/drawing/2014/main" id="{36B776D5-D796-040C-3F48-D47C23141EB3}"/>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EBCB7579-8C1E-DF5B-89EA-BA4CC0A456E2}"/>
                </a:ext>
              </a:extLst>
            </p:cNvPr>
            <p:cNvGrpSpPr/>
            <p:nvPr/>
          </p:nvGrpSpPr>
          <p:grpSpPr>
            <a:xfrm>
              <a:off x="1244744" y="5307917"/>
              <a:ext cx="1330816" cy="246221"/>
              <a:chOff x="1588819" y="-1503191"/>
              <a:chExt cx="1428193" cy="264237"/>
            </a:xfrm>
          </p:grpSpPr>
          <p:sp>
            <p:nvSpPr>
              <p:cNvPr id="53" name="TextBox 52">
                <a:extLst>
                  <a:ext uri="{FF2B5EF4-FFF2-40B4-BE49-F238E27FC236}">
                    <a16:creationId xmlns:a16="http://schemas.microsoft.com/office/drawing/2014/main" id="{9CBA315E-9DF5-B9BB-A6FC-09B9097D2BB0}"/>
                  </a:ext>
                </a:extLst>
              </p:cNvPr>
              <p:cNvSpPr txBox="1"/>
              <p:nvPr/>
            </p:nvSpPr>
            <p:spPr>
              <a:xfrm>
                <a:off x="1933209" y="-1503191"/>
                <a:ext cx="652337" cy="264237"/>
              </a:xfrm>
              <a:prstGeom prst="rect">
                <a:avLst/>
              </a:prstGeom>
              <a:noFill/>
            </p:spPr>
            <p:txBody>
              <a:bodyPr wrap="none" rtlCol="0">
                <a:spAutoFit/>
              </a:bodyPr>
              <a:lstStyle/>
              <a:p>
                <a:r>
                  <a:rPr lang="en-US" sz="1000"/>
                  <a:t>Tasks UI</a:t>
                </a:r>
              </a:p>
            </p:txBody>
          </p:sp>
          <p:cxnSp>
            <p:nvCxnSpPr>
              <p:cNvPr id="54" name="Straight Arrow Connector 53">
                <a:extLst>
                  <a:ext uri="{FF2B5EF4-FFF2-40B4-BE49-F238E27FC236}">
                    <a16:creationId xmlns:a16="http://schemas.microsoft.com/office/drawing/2014/main" id="{EA006234-4968-704E-CACA-1E739ACAD4FA}"/>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712BACF1-080F-96D1-6F25-289E5736DD5F}"/>
                </a:ext>
              </a:extLst>
            </p:cNvPr>
            <p:cNvGrpSpPr/>
            <p:nvPr/>
          </p:nvGrpSpPr>
          <p:grpSpPr>
            <a:xfrm>
              <a:off x="203721" y="1228489"/>
              <a:ext cx="2481593" cy="295234"/>
              <a:chOff x="390525" y="886128"/>
              <a:chExt cx="2481593" cy="295234"/>
            </a:xfrm>
          </p:grpSpPr>
          <p:sp>
            <p:nvSpPr>
              <p:cNvPr id="51" name="Rectangle: Single Corner Snipped 50">
                <a:extLst>
                  <a:ext uri="{FF2B5EF4-FFF2-40B4-BE49-F238E27FC236}">
                    <a16:creationId xmlns:a16="http://schemas.microsoft.com/office/drawing/2014/main" id="{28147531-EF5B-70E2-7DDE-A6F3B48A28EE}"/>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209B7CB7-C6C3-2903-3D11-F4F2646CF920}"/>
                  </a:ext>
                </a:extLst>
              </p:cNvPr>
              <p:cNvSpPr txBox="1"/>
              <p:nvPr/>
            </p:nvSpPr>
            <p:spPr>
              <a:xfrm>
                <a:off x="929036" y="904363"/>
                <a:ext cx="1331198" cy="276999"/>
              </a:xfrm>
              <a:prstGeom prst="rect">
                <a:avLst/>
              </a:prstGeom>
              <a:noFill/>
            </p:spPr>
            <p:txBody>
              <a:bodyPr wrap="none" rtlCol="0">
                <a:spAutoFit/>
              </a:bodyPr>
              <a:lstStyle/>
              <a:p>
                <a:r>
                  <a:rPr lang="en-US" sz="1200" b="1"/>
                  <a:t>Tạo công việc mới</a:t>
                </a:r>
              </a:p>
            </p:txBody>
          </p:sp>
        </p:grpSp>
        <p:sp>
          <p:nvSpPr>
            <p:cNvPr id="44" name="Arc 43">
              <a:extLst>
                <a:ext uri="{FF2B5EF4-FFF2-40B4-BE49-F238E27FC236}">
                  <a16:creationId xmlns:a16="http://schemas.microsoft.com/office/drawing/2014/main" id="{183C143C-B884-B5EE-4441-3E7416EF620E}"/>
                </a:ext>
              </a:extLst>
            </p:cNvPr>
            <p:cNvSpPr/>
            <p:nvPr/>
          </p:nvSpPr>
          <p:spPr>
            <a:xfrm>
              <a:off x="992981" y="2932478"/>
              <a:ext cx="375600" cy="255976"/>
            </a:xfrm>
            <a:prstGeom prst="arc">
              <a:avLst>
                <a:gd name="adj1" fmla="val 5941737"/>
                <a:gd name="adj2" fmla="val 15727736"/>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Rectangle 44">
              <a:extLst>
                <a:ext uri="{FF2B5EF4-FFF2-40B4-BE49-F238E27FC236}">
                  <a16:creationId xmlns:a16="http://schemas.microsoft.com/office/drawing/2014/main" id="{3B35842C-BDF3-4471-08E4-63011B6F7C27}"/>
                </a:ext>
              </a:extLst>
            </p:cNvPr>
            <p:cNvSpPr/>
            <p:nvPr/>
          </p:nvSpPr>
          <p:spPr>
            <a:xfrm>
              <a:off x="1176067" y="2912579"/>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0" name="TextBox 49">
              <a:extLst>
                <a:ext uri="{FF2B5EF4-FFF2-40B4-BE49-F238E27FC236}">
                  <a16:creationId xmlns:a16="http://schemas.microsoft.com/office/drawing/2014/main" id="{3A7AC82D-1CF3-3124-E887-7470659AC0FF}"/>
                </a:ext>
              </a:extLst>
            </p:cNvPr>
            <p:cNvSpPr txBox="1"/>
            <p:nvPr/>
          </p:nvSpPr>
          <p:spPr>
            <a:xfrm>
              <a:off x="191404" y="2665525"/>
              <a:ext cx="916406" cy="861774"/>
            </a:xfrm>
            <a:prstGeom prst="rect">
              <a:avLst/>
            </a:prstGeom>
            <a:noFill/>
          </p:spPr>
          <p:txBody>
            <a:bodyPr wrap="square" rtlCol="0">
              <a:spAutoFit/>
            </a:bodyPr>
            <a:lstStyle/>
            <a:p>
              <a:r>
                <a:rPr lang="en-US" sz="1000"/>
                <a:t>Enter</a:t>
              </a:r>
            </a:p>
            <a:p>
              <a:r>
                <a:rPr lang="en-US" sz="1000"/>
                <a:t>nameTask, [description],</a:t>
              </a:r>
            </a:p>
            <a:p>
              <a:r>
                <a:rPr lang="en-US" sz="1000"/>
                <a:t>[priority],</a:t>
              </a:r>
            </a:p>
            <a:p>
              <a:r>
                <a:rPr lang="en-US" sz="1000"/>
                <a:t>[dueAt],...</a:t>
              </a:r>
            </a:p>
          </p:txBody>
        </p:sp>
        <p:sp>
          <p:nvSpPr>
            <p:cNvPr id="84" name="TextBox 83">
              <a:extLst>
                <a:ext uri="{FF2B5EF4-FFF2-40B4-BE49-F238E27FC236}">
                  <a16:creationId xmlns:a16="http://schemas.microsoft.com/office/drawing/2014/main" id="{4BE23604-1656-2B3E-CFFD-93226CEC16F5}"/>
                </a:ext>
              </a:extLst>
            </p:cNvPr>
            <p:cNvSpPr txBox="1"/>
            <p:nvPr/>
          </p:nvSpPr>
          <p:spPr>
            <a:xfrm>
              <a:off x="5569355" y="4386125"/>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5B922C22-55D7-9378-0F4D-913F89543324}"/>
                </a:ext>
              </a:extLst>
            </p:cNvPr>
            <p:cNvSpPr/>
            <p:nvPr/>
          </p:nvSpPr>
          <p:spPr>
            <a:xfrm>
              <a:off x="5224464" y="4399534"/>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4E07F6C7-DD70-3FBA-54E2-8DDBF3D9C984}"/>
                </a:ext>
              </a:extLst>
            </p:cNvPr>
            <p:cNvGrpSpPr/>
            <p:nvPr/>
          </p:nvGrpSpPr>
          <p:grpSpPr>
            <a:xfrm>
              <a:off x="5407529" y="4674088"/>
              <a:ext cx="2195651" cy="246221"/>
              <a:chOff x="432780" y="1274111"/>
              <a:chExt cx="2356310" cy="264237"/>
            </a:xfrm>
          </p:grpSpPr>
          <p:sp>
            <p:nvSpPr>
              <p:cNvPr id="89" name="TextBox 88">
                <a:extLst>
                  <a:ext uri="{FF2B5EF4-FFF2-40B4-BE49-F238E27FC236}">
                    <a16:creationId xmlns:a16="http://schemas.microsoft.com/office/drawing/2014/main" id="{B12EB2F5-F141-1B2B-D9AC-56D2314D8AC2}"/>
                  </a:ext>
                </a:extLst>
              </p:cNvPr>
              <p:cNvSpPr txBox="1"/>
              <p:nvPr/>
            </p:nvSpPr>
            <p:spPr>
              <a:xfrm>
                <a:off x="571762" y="1274111"/>
                <a:ext cx="1331854" cy="264237"/>
              </a:xfrm>
              <a:prstGeom prst="rect">
                <a:avLst/>
              </a:prstGeom>
              <a:noFill/>
            </p:spPr>
            <p:txBody>
              <a:bodyPr wrap="none" rtlCol="0">
                <a:spAutoFit/>
              </a:bodyPr>
              <a:lstStyle/>
              <a:p>
                <a:r>
                  <a:rPr lang="en-US" sz="1000"/>
                  <a:t>createTask(taskInfo)</a:t>
                </a:r>
              </a:p>
            </p:txBody>
          </p:sp>
          <p:cxnSp>
            <p:nvCxnSpPr>
              <p:cNvPr id="90" name="Straight Arrow Connector 89">
                <a:extLst>
                  <a:ext uri="{FF2B5EF4-FFF2-40B4-BE49-F238E27FC236}">
                    <a16:creationId xmlns:a16="http://schemas.microsoft.com/office/drawing/2014/main" id="{8CBE173E-7827-3C9A-11A9-001C9297997E}"/>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4BB48841-2E11-F1B6-13D3-F07D4DD8391B}"/>
                </a:ext>
              </a:extLst>
            </p:cNvPr>
            <p:cNvSpPr/>
            <p:nvPr/>
          </p:nvSpPr>
          <p:spPr>
            <a:xfrm>
              <a:off x="7608025" y="4914062"/>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8DDEC6D3-CA58-4157-403D-E43CAD38F1E5}"/>
                </a:ext>
              </a:extLst>
            </p:cNvPr>
            <p:cNvGrpSpPr/>
            <p:nvPr/>
          </p:nvGrpSpPr>
          <p:grpSpPr>
            <a:xfrm>
              <a:off x="5404792" y="4918578"/>
              <a:ext cx="2198388" cy="246221"/>
              <a:chOff x="1505858" y="2498990"/>
              <a:chExt cx="2359245" cy="264237"/>
            </a:xfrm>
          </p:grpSpPr>
          <p:sp>
            <p:nvSpPr>
              <p:cNvPr id="94" name="TextBox 93">
                <a:extLst>
                  <a:ext uri="{FF2B5EF4-FFF2-40B4-BE49-F238E27FC236}">
                    <a16:creationId xmlns:a16="http://schemas.microsoft.com/office/drawing/2014/main" id="{4138929F-B30E-EBB9-6FF3-053A82E3DA03}"/>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95" name="Straight Arrow Connector 94">
                <a:extLst>
                  <a:ext uri="{FF2B5EF4-FFF2-40B4-BE49-F238E27FC236}">
                    <a16:creationId xmlns:a16="http://schemas.microsoft.com/office/drawing/2014/main" id="{5D478CBA-DEAE-6E35-7D61-62D05692C7EC}"/>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465801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0DD5-CB32-B372-B075-44171337AD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EC92A5-7054-35CC-1107-C2FF32181A19}"/>
              </a:ext>
            </a:extLst>
          </p:cNvPr>
          <p:cNvSpPr>
            <a:spLocks noGrp="1"/>
          </p:cNvSpPr>
          <p:nvPr>
            <p:ph type="sldNum" sz="quarter" idx="12"/>
          </p:nvPr>
        </p:nvSpPr>
        <p:spPr/>
        <p:txBody>
          <a:bodyPr/>
          <a:lstStyle/>
          <a:p>
            <a:fld id="{9EA0BE3B-158A-4EDF-80DC-E394A0D1600F}" type="slidenum">
              <a:rPr lang="en-US" smtClean="0"/>
              <a:pPr/>
              <a:t>23</a:t>
            </a:fld>
            <a:endParaRPr lang="en-US"/>
          </a:p>
        </p:txBody>
      </p:sp>
      <p:sp>
        <p:nvSpPr>
          <p:cNvPr id="3" name="Title 2">
            <a:extLst>
              <a:ext uri="{FF2B5EF4-FFF2-40B4-BE49-F238E27FC236}">
                <a16:creationId xmlns:a16="http://schemas.microsoft.com/office/drawing/2014/main" id="{5BF8F3A4-8C5D-CAEB-0A01-D95E0B7CB926}"/>
              </a:ext>
            </a:extLst>
          </p:cNvPr>
          <p:cNvSpPr>
            <a:spLocks noGrp="1"/>
          </p:cNvSpPr>
          <p:nvPr>
            <p:ph type="title"/>
          </p:nvPr>
        </p:nvSpPr>
        <p:spPr/>
        <p:txBody>
          <a:bodyPr/>
          <a:lstStyle/>
          <a:p>
            <a:r>
              <a:rPr lang="en-US"/>
              <a:t>Xem chi tiết dự án &amp; danh sách công việc</a:t>
            </a:r>
          </a:p>
        </p:txBody>
      </p:sp>
      <p:grpSp>
        <p:nvGrpSpPr>
          <p:cNvPr id="102" name="Group 101">
            <a:extLst>
              <a:ext uri="{FF2B5EF4-FFF2-40B4-BE49-F238E27FC236}">
                <a16:creationId xmlns:a16="http://schemas.microsoft.com/office/drawing/2014/main" id="{1F34FAD2-40B9-4750-5D6B-38DDA3F07898}"/>
              </a:ext>
            </a:extLst>
          </p:cNvPr>
          <p:cNvGrpSpPr/>
          <p:nvPr/>
        </p:nvGrpSpPr>
        <p:grpSpPr>
          <a:xfrm>
            <a:off x="249232" y="1002997"/>
            <a:ext cx="8175707" cy="5505753"/>
            <a:chOff x="249232" y="1002997"/>
            <a:chExt cx="8175707" cy="5505753"/>
          </a:xfrm>
        </p:grpSpPr>
        <p:sp>
          <p:nvSpPr>
            <p:cNvPr id="15" name="Rectangle 14">
              <a:extLst>
                <a:ext uri="{FF2B5EF4-FFF2-40B4-BE49-F238E27FC236}">
                  <a16:creationId xmlns:a16="http://schemas.microsoft.com/office/drawing/2014/main" id="{6837341F-FF68-4D1B-62AF-BD3BBF875A4D}"/>
                </a:ext>
              </a:extLst>
            </p:cNvPr>
            <p:cNvSpPr/>
            <p:nvPr/>
          </p:nvSpPr>
          <p:spPr>
            <a:xfrm>
              <a:off x="249232" y="1002997"/>
              <a:ext cx="8175707" cy="550575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338D4E88-AA03-0DB7-6ADD-A3339568E08D}"/>
                </a:ext>
              </a:extLst>
            </p:cNvPr>
            <p:cNvCxnSpPr>
              <a:cxnSpLocks/>
              <a:stCxn id="19" idx="2"/>
            </p:cNvCxnSpPr>
            <p:nvPr/>
          </p:nvCxnSpPr>
          <p:spPr>
            <a:xfrm>
              <a:off x="2691882" y="2175809"/>
              <a:ext cx="0" cy="433294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C9B27C-7095-CD42-CCC9-4C81113C5F22}"/>
                </a:ext>
              </a:extLst>
            </p:cNvPr>
            <p:cNvCxnSpPr>
              <a:cxnSpLocks/>
            </p:cNvCxnSpPr>
            <p:nvPr/>
          </p:nvCxnSpPr>
          <p:spPr>
            <a:xfrm>
              <a:off x="5395085" y="2178703"/>
              <a:ext cx="0" cy="433004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A1A88A-7F37-9043-FB3E-6A6A2C57C22E}"/>
                </a:ext>
              </a:extLst>
            </p:cNvPr>
            <p:cNvCxnSpPr>
              <a:cxnSpLocks/>
            </p:cNvCxnSpPr>
            <p:nvPr/>
          </p:nvCxnSpPr>
          <p:spPr>
            <a:xfrm>
              <a:off x="7727983" y="2175810"/>
              <a:ext cx="0" cy="43329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82216FA-75A0-0BA2-E849-8A40E8A9EB91}"/>
                </a:ext>
              </a:extLst>
            </p:cNvPr>
            <p:cNvCxnSpPr>
              <a:cxnSpLocks/>
            </p:cNvCxnSpPr>
            <p:nvPr/>
          </p:nvCxnSpPr>
          <p:spPr>
            <a:xfrm>
              <a:off x="1300342" y="2175810"/>
              <a:ext cx="0" cy="43329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7331C813-C1F3-792E-27C0-DD6079C22631}"/>
                </a:ext>
              </a:extLst>
            </p:cNvPr>
            <p:cNvSpPr/>
            <p:nvPr/>
          </p:nvSpPr>
          <p:spPr>
            <a:xfrm>
              <a:off x="2105536"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DB5B2F99-7D0A-B335-D101-24F876A581BD}"/>
                </a:ext>
              </a:extLst>
            </p:cNvPr>
            <p:cNvSpPr/>
            <p:nvPr/>
          </p:nvSpPr>
          <p:spPr>
            <a:xfrm>
              <a:off x="4808740" y="165385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C6D7A083-A853-0537-E0AE-39008FCFDFC5}"/>
                </a:ext>
              </a:extLst>
            </p:cNvPr>
            <p:cNvSpPr/>
            <p:nvPr/>
          </p:nvSpPr>
          <p:spPr>
            <a:xfrm>
              <a:off x="7141637"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75BB6E35-5A80-9C86-1B34-648BF6D12EAA}"/>
                </a:ext>
              </a:extLst>
            </p:cNvPr>
            <p:cNvGrpSpPr/>
            <p:nvPr/>
          </p:nvGrpSpPr>
          <p:grpSpPr>
            <a:xfrm>
              <a:off x="284287" y="1412569"/>
              <a:ext cx="2014874" cy="808020"/>
              <a:chOff x="-673419" y="924202"/>
              <a:chExt cx="2162304" cy="867143"/>
            </a:xfrm>
          </p:grpSpPr>
          <p:grpSp>
            <p:nvGrpSpPr>
              <p:cNvPr id="73" name="Group 72">
                <a:extLst>
                  <a:ext uri="{FF2B5EF4-FFF2-40B4-BE49-F238E27FC236}">
                    <a16:creationId xmlns:a16="http://schemas.microsoft.com/office/drawing/2014/main" id="{2811C489-00AF-E78B-3705-9F5061D970B9}"/>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EA5D4F90-F8AE-3426-72D5-484D5A9830D8}"/>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54715B2B-A340-9988-0C7D-CDF5E996F05E}"/>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DDC194F-6D0C-4C12-13B7-726CB418E808}"/>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674B386-FD3E-50B1-94D4-A87B2F606003}"/>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AD5C3BE-E42C-4059-A813-320E8D0153CB}"/>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690DA985-ABEC-6ED8-8F0D-B2C880E4F46A}"/>
                  </a:ext>
                </a:extLst>
              </p:cNvPr>
              <p:cNvSpPr txBox="1"/>
              <p:nvPr/>
            </p:nvSpPr>
            <p:spPr>
              <a:xfrm>
                <a:off x="-673419" y="1527108"/>
                <a:ext cx="2162304" cy="264237"/>
              </a:xfrm>
              <a:prstGeom prst="rect">
                <a:avLst/>
              </a:prstGeom>
              <a:noFill/>
            </p:spPr>
            <p:txBody>
              <a:bodyPr wrap="square" rtlCol="0">
                <a:spAutoFit/>
              </a:bodyPr>
              <a:lstStyle/>
              <a:p>
                <a:pPr algn="ctr"/>
                <a:r>
                  <a:rPr lang="en-US" sz="1000"/>
                  <a:t>MEMBER</a:t>
                </a:r>
              </a:p>
            </p:txBody>
          </p:sp>
        </p:grpSp>
        <p:sp>
          <p:nvSpPr>
            <p:cNvPr id="25" name="Rectangle 24">
              <a:extLst>
                <a:ext uri="{FF2B5EF4-FFF2-40B4-BE49-F238E27FC236}">
                  <a16:creationId xmlns:a16="http://schemas.microsoft.com/office/drawing/2014/main" id="{1BB96C65-7EB6-F7A3-5699-E443FC4D6B40}"/>
                </a:ext>
              </a:extLst>
            </p:cNvPr>
            <p:cNvSpPr/>
            <p:nvPr/>
          </p:nvSpPr>
          <p:spPr>
            <a:xfrm>
              <a:off x="2629752" y="2446754"/>
              <a:ext cx="124257" cy="384450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BE000D6E-6145-11A8-D47D-3101DFAB7534}"/>
                </a:ext>
              </a:extLst>
            </p:cNvPr>
            <p:cNvGrpSpPr/>
            <p:nvPr/>
          </p:nvGrpSpPr>
          <p:grpSpPr>
            <a:xfrm>
              <a:off x="1310332" y="2220589"/>
              <a:ext cx="1316180" cy="246221"/>
              <a:chOff x="432780" y="1666816"/>
              <a:chExt cx="1412485" cy="264237"/>
            </a:xfrm>
          </p:grpSpPr>
          <p:sp>
            <p:nvSpPr>
              <p:cNvPr id="70" name="TextBox 69">
                <a:extLst>
                  <a:ext uri="{FF2B5EF4-FFF2-40B4-BE49-F238E27FC236}">
                    <a16:creationId xmlns:a16="http://schemas.microsoft.com/office/drawing/2014/main" id="{D1CEAA5F-D934-C5BE-B570-0F4677792C36}"/>
                  </a:ext>
                </a:extLst>
              </p:cNvPr>
              <p:cNvSpPr txBox="1"/>
              <p:nvPr/>
            </p:nvSpPr>
            <p:spPr>
              <a:xfrm>
                <a:off x="493225" y="1666816"/>
                <a:ext cx="1288845" cy="264237"/>
              </a:xfrm>
              <a:prstGeom prst="rect">
                <a:avLst/>
              </a:prstGeom>
              <a:noFill/>
            </p:spPr>
            <p:txBody>
              <a:bodyPr wrap="none" rtlCol="0">
                <a:spAutoFit/>
              </a:bodyPr>
              <a:lstStyle/>
              <a:p>
                <a:r>
                  <a:rPr lang="en-US" sz="1000"/>
                  <a:t>Open Project Detail</a:t>
                </a:r>
              </a:p>
            </p:txBody>
          </p:sp>
          <p:cxnSp>
            <p:nvCxnSpPr>
              <p:cNvPr id="72" name="Straight Arrow Connector 71">
                <a:extLst>
                  <a:ext uri="{FF2B5EF4-FFF2-40B4-BE49-F238E27FC236}">
                    <a16:creationId xmlns:a16="http://schemas.microsoft.com/office/drawing/2014/main" id="{C4328EF0-C690-7B06-16F8-7D883C980580}"/>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969B9BD4-C6E3-4547-15A5-AB19FA4F9BCD}"/>
                </a:ext>
              </a:extLst>
            </p:cNvPr>
            <p:cNvSpPr/>
            <p:nvPr/>
          </p:nvSpPr>
          <p:spPr>
            <a:xfrm>
              <a:off x="5331231" y="2678707"/>
              <a:ext cx="124257" cy="346856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E09C4401-CD8B-4CEE-C114-174125CBF50B}"/>
                </a:ext>
              </a:extLst>
            </p:cNvPr>
            <p:cNvGrpSpPr/>
            <p:nvPr/>
          </p:nvGrpSpPr>
          <p:grpSpPr>
            <a:xfrm>
              <a:off x="2716996" y="2432488"/>
              <a:ext cx="2603395" cy="246221"/>
              <a:chOff x="257571" y="1666816"/>
              <a:chExt cx="2793889" cy="264237"/>
            </a:xfrm>
          </p:grpSpPr>
          <p:sp>
            <p:nvSpPr>
              <p:cNvPr id="66" name="TextBox 65">
                <a:extLst>
                  <a:ext uri="{FF2B5EF4-FFF2-40B4-BE49-F238E27FC236}">
                    <a16:creationId xmlns:a16="http://schemas.microsoft.com/office/drawing/2014/main" id="{A1BE82C1-8416-7AAD-22B3-2EDD70C1010E}"/>
                  </a:ext>
                </a:extLst>
              </p:cNvPr>
              <p:cNvSpPr txBox="1"/>
              <p:nvPr/>
            </p:nvSpPr>
            <p:spPr>
              <a:xfrm>
                <a:off x="257571" y="1666816"/>
                <a:ext cx="2038896" cy="264237"/>
              </a:xfrm>
              <a:prstGeom prst="rect">
                <a:avLst/>
              </a:prstGeom>
              <a:noFill/>
            </p:spPr>
            <p:txBody>
              <a:bodyPr wrap="none" rtlCol="0">
                <a:spAutoFit/>
              </a:bodyPr>
              <a:lstStyle/>
              <a:p>
                <a:r>
                  <a:rPr lang="en-US" sz="1000"/>
                  <a:t>GET /api/projects/:id {appToken}</a:t>
                </a:r>
              </a:p>
            </p:txBody>
          </p:sp>
          <p:cxnSp>
            <p:nvCxnSpPr>
              <p:cNvPr id="68" name="Straight Arrow Connector 67">
                <a:extLst>
                  <a:ext uri="{FF2B5EF4-FFF2-40B4-BE49-F238E27FC236}">
                    <a16:creationId xmlns:a16="http://schemas.microsoft.com/office/drawing/2014/main" id="{4D69524C-284D-CC80-8F20-75261DB85299}"/>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3B13711B-9222-5A54-C8BF-8D293914F81F}"/>
                </a:ext>
              </a:extLst>
            </p:cNvPr>
            <p:cNvGrpSpPr/>
            <p:nvPr/>
          </p:nvGrpSpPr>
          <p:grpSpPr>
            <a:xfrm>
              <a:off x="5465357" y="2961316"/>
              <a:ext cx="2195650" cy="246221"/>
              <a:chOff x="432780" y="1274111"/>
              <a:chExt cx="2356310" cy="264237"/>
            </a:xfrm>
          </p:grpSpPr>
          <p:sp>
            <p:nvSpPr>
              <p:cNvPr id="64" name="TextBox 63">
                <a:extLst>
                  <a:ext uri="{FF2B5EF4-FFF2-40B4-BE49-F238E27FC236}">
                    <a16:creationId xmlns:a16="http://schemas.microsoft.com/office/drawing/2014/main" id="{915B4C03-3D68-2F99-1E0F-B024CE784D23}"/>
                  </a:ext>
                </a:extLst>
              </p:cNvPr>
              <p:cNvSpPr txBox="1"/>
              <p:nvPr/>
            </p:nvSpPr>
            <p:spPr>
              <a:xfrm>
                <a:off x="571762" y="1274111"/>
                <a:ext cx="1242399" cy="264237"/>
              </a:xfrm>
              <a:prstGeom prst="rect">
                <a:avLst/>
              </a:prstGeom>
              <a:noFill/>
            </p:spPr>
            <p:txBody>
              <a:bodyPr wrap="none" rtlCol="0">
                <a:spAutoFit/>
              </a:bodyPr>
              <a:lstStyle/>
              <a:p>
                <a:r>
                  <a:rPr lang="en-US" sz="1000"/>
                  <a:t>findProjectById(id)</a:t>
                </a:r>
              </a:p>
            </p:txBody>
          </p:sp>
          <p:cxnSp>
            <p:nvCxnSpPr>
              <p:cNvPr id="65" name="Straight Arrow Connector 64">
                <a:extLst>
                  <a:ext uri="{FF2B5EF4-FFF2-40B4-BE49-F238E27FC236}">
                    <a16:creationId xmlns:a16="http://schemas.microsoft.com/office/drawing/2014/main" id="{BBAAC848-6102-728F-0B7D-A28930FF5216}"/>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3C10FE9A-3C23-85BD-510D-DDF270AB69FC}"/>
                </a:ext>
              </a:extLst>
            </p:cNvPr>
            <p:cNvSpPr/>
            <p:nvPr/>
          </p:nvSpPr>
          <p:spPr>
            <a:xfrm>
              <a:off x="7665853" y="3201290"/>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06BE0C7D-8FC3-40F0-3591-8F5D8A954DCE}"/>
                </a:ext>
              </a:extLst>
            </p:cNvPr>
            <p:cNvGrpSpPr/>
            <p:nvPr/>
          </p:nvGrpSpPr>
          <p:grpSpPr>
            <a:xfrm>
              <a:off x="5462620" y="3205806"/>
              <a:ext cx="2198388" cy="246221"/>
              <a:chOff x="1505858" y="2498990"/>
              <a:chExt cx="2359245" cy="264237"/>
            </a:xfrm>
          </p:grpSpPr>
          <p:sp>
            <p:nvSpPr>
              <p:cNvPr id="62" name="TextBox 61">
                <a:extLst>
                  <a:ext uri="{FF2B5EF4-FFF2-40B4-BE49-F238E27FC236}">
                    <a16:creationId xmlns:a16="http://schemas.microsoft.com/office/drawing/2014/main" id="{3769D25E-B4DC-BA3C-A06C-3F10D6BED2A1}"/>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63" name="Straight Arrow Connector 62">
                <a:extLst>
                  <a:ext uri="{FF2B5EF4-FFF2-40B4-BE49-F238E27FC236}">
                    <a16:creationId xmlns:a16="http://schemas.microsoft.com/office/drawing/2014/main" id="{759898B8-D825-D508-D0B3-D5F84B3AD1C7}"/>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A9C9AF0E-480D-5212-AC53-B3D66852374F}"/>
                </a:ext>
              </a:extLst>
            </p:cNvPr>
            <p:cNvGrpSpPr/>
            <p:nvPr/>
          </p:nvGrpSpPr>
          <p:grpSpPr>
            <a:xfrm>
              <a:off x="2750769" y="3780410"/>
              <a:ext cx="2583909" cy="246221"/>
              <a:chOff x="868963" y="2498990"/>
              <a:chExt cx="2772976" cy="264237"/>
            </a:xfrm>
          </p:grpSpPr>
          <p:sp>
            <p:nvSpPr>
              <p:cNvPr id="60" name="TextBox 59">
                <a:extLst>
                  <a:ext uri="{FF2B5EF4-FFF2-40B4-BE49-F238E27FC236}">
                    <a16:creationId xmlns:a16="http://schemas.microsoft.com/office/drawing/2014/main" id="{08954F50-2E8A-E21F-F710-7E37091F3A2F}"/>
                  </a:ext>
                </a:extLst>
              </p:cNvPr>
              <p:cNvSpPr txBox="1"/>
              <p:nvPr/>
            </p:nvSpPr>
            <p:spPr>
              <a:xfrm>
                <a:off x="1791952" y="2498990"/>
                <a:ext cx="874255" cy="264237"/>
              </a:xfrm>
              <a:prstGeom prst="rect">
                <a:avLst/>
              </a:prstGeom>
              <a:noFill/>
            </p:spPr>
            <p:txBody>
              <a:bodyPr wrap="none" rtlCol="0">
                <a:spAutoFit/>
              </a:bodyPr>
              <a:lstStyle/>
              <a:p>
                <a:r>
                  <a:rPr lang="en-US" sz="1000"/>
                  <a:t>200, project</a:t>
                </a:r>
              </a:p>
            </p:txBody>
          </p:sp>
          <p:cxnSp>
            <p:nvCxnSpPr>
              <p:cNvPr id="61" name="Straight Arrow Connector 60">
                <a:extLst>
                  <a:ext uri="{FF2B5EF4-FFF2-40B4-BE49-F238E27FC236}">
                    <a16:creationId xmlns:a16="http://schemas.microsoft.com/office/drawing/2014/main" id="{9BE47775-4F8F-819F-92B5-FDB76BBBE51C}"/>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B093464F-0B04-28D2-CEDE-EEFB3191F729}"/>
                </a:ext>
              </a:extLst>
            </p:cNvPr>
            <p:cNvGrpSpPr/>
            <p:nvPr/>
          </p:nvGrpSpPr>
          <p:grpSpPr>
            <a:xfrm>
              <a:off x="5282292" y="2676763"/>
              <a:ext cx="1364722" cy="246221"/>
              <a:chOff x="5224464" y="3479392"/>
              <a:chExt cx="1364722" cy="246221"/>
            </a:xfrm>
          </p:grpSpPr>
          <p:sp>
            <p:nvSpPr>
              <p:cNvPr id="37" name="TextBox 36">
                <a:extLst>
                  <a:ext uri="{FF2B5EF4-FFF2-40B4-BE49-F238E27FC236}">
                    <a16:creationId xmlns:a16="http://schemas.microsoft.com/office/drawing/2014/main" id="{A93C053A-E199-49DC-87A1-D5E5D875520A}"/>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AD553981-5782-A559-525A-73D9A6494FC6}"/>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1" name="Group 40">
              <a:extLst>
                <a:ext uri="{FF2B5EF4-FFF2-40B4-BE49-F238E27FC236}">
                  <a16:creationId xmlns:a16="http://schemas.microsoft.com/office/drawing/2014/main" id="{128D46C5-B602-5990-1379-937AA1993105}"/>
                </a:ext>
              </a:extLst>
            </p:cNvPr>
            <p:cNvGrpSpPr/>
            <p:nvPr/>
          </p:nvGrpSpPr>
          <p:grpSpPr>
            <a:xfrm>
              <a:off x="1302572" y="6030675"/>
              <a:ext cx="1330817" cy="246221"/>
              <a:chOff x="1588819" y="-1503191"/>
              <a:chExt cx="1428193" cy="264237"/>
            </a:xfrm>
          </p:grpSpPr>
          <p:sp>
            <p:nvSpPr>
              <p:cNvPr id="53" name="TextBox 52">
                <a:extLst>
                  <a:ext uri="{FF2B5EF4-FFF2-40B4-BE49-F238E27FC236}">
                    <a16:creationId xmlns:a16="http://schemas.microsoft.com/office/drawing/2014/main" id="{639F91A5-C616-0ABA-E302-32D8A8EFF079}"/>
                  </a:ext>
                </a:extLst>
              </p:cNvPr>
              <p:cNvSpPr txBox="1"/>
              <p:nvPr/>
            </p:nvSpPr>
            <p:spPr>
              <a:xfrm>
                <a:off x="1955842" y="-1503191"/>
                <a:ext cx="652336" cy="264237"/>
              </a:xfrm>
              <a:prstGeom prst="rect">
                <a:avLst/>
              </a:prstGeom>
              <a:noFill/>
            </p:spPr>
            <p:txBody>
              <a:bodyPr wrap="none" rtlCol="0">
                <a:spAutoFit/>
              </a:bodyPr>
              <a:lstStyle/>
              <a:p>
                <a:r>
                  <a:rPr lang="en-US" sz="1000"/>
                  <a:t>Tasks UI</a:t>
                </a:r>
              </a:p>
            </p:txBody>
          </p:sp>
          <p:cxnSp>
            <p:nvCxnSpPr>
              <p:cNvPr id="54" name="Straight Arrow Connector 53">
                <a:extLst>
                  <a:ext uri="{FF2B5EF4-FFF2-40B4-BE49-F238E27FC236}">
                    <a16:creationId xmlns:a16="http://schemas.microsoft.com/office/drawing/2014/main" id="{C2B88B6A-F08F-387D-E2DA-F94CA0DEE78C}"/>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DB83044B-D0FC-BA0C-142D-05BDEE2926FB}"/>
                </a:ext>
              </a:extLst>
            </p:cNvPr>
            <p:cNvGrpSpPr/>
            <p:nvPr/>
          </p:nvGrpSpPr>
          <p:grpSpPr>
            <a:xfrm>
              <a:off x="249232" y="1009285"/>
              <a:ext cx="3028995" cy="291001"/>
              <a:chOff x="390525" y="886127"/>
              <a:chExt cx="3028995" cy="291001"/>
            </a:xfrm>
          </p:grpSpPr>
          <p:sp>
            <p:nvSpPr>
              <p:cNvPr id="51" name="Rectangle: Single Corner Snipped 50">
                <a:extLst>
                  <a:ext uri="{FF2B5EF4-FFF2-40B4-BE49-F238E27FC236}">
                    <a16:creationId xmlns:a16="http://schemas.microsoft.com/office/drawing/2014/main" id="{A98F2E0B-2BA1-2473-2026-2E8C57090029}"/>
                  </a:ext>
                </a:extLst>
              </p:cNvPr>
              <p:cNvSpPr/>
              <p:nvPr/>
            </p:nvSpPr>
            <p:spPr>
              <a:xfrm flipV="1">
                <a:off x="390525" y="886127"/>
                <a:ext cx="3028995"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1CB12BEE-9970-87EC-700C-E7CE9E59561A}"/>
                  </a:ext>
                </a:extLst>
              </p:cNvPr>
              <p:cNvSpPr txBox="1"/>
              <p:nvPr/>
            </p:nvSpPr>
            <p:spPr>
              <a:xfrm>
                <a:off x="501400" y="890211"/>
                <a:ext cx="2807243" cy="276999"/>
              </a:xfrm>
              <a:prstGeom prst="rect">
                <a:avLst/>
              </a:prstGeom>
              <a:noFill/>
            </p:spPr>
            <p:txBody>
              <a:bodyPr wrap="none" rtlCol="0">
                <a:spAutoFit/>
              </a:bodyPr>
              <a:lstStyle/>
              <a:p>
                <a:r>
                  <a:rPr lang="en-US" sz="1200" b="1"/>
                  <a:t>Xem chi tiết dự án &amp; danh sách công việc</a:t>
                </a:r>
              </a:p>
            </p:txBody>
          </p:sp>
        </p:grpSp>
        <p:grpSp>
          <p:nvGrpSpPr>
            <p:cNvPr id="7" name="Group 6">
              <a:extLst>
                <a:ext uri="{FF2B5EF4-FFF2-40B4-BE49-F238E27FC236}">
                  <a16:creationId xmlns:a16="http://schemas.microsoft.com/office/drawing/2014/main" id="{8E6B2CCC-D6AC-3355-DE1D-CEF92F0BE45F}"/>
                </a:ext>
              </a:extLst>
            </p:cNvPr>
            <p:cNvGrpSpPr/>
            <p:nvPr/>
          </p:nvGrpSpPr>
          <p:grpSpPr>
            <a:xfrm>
              <a:off x="5282292" y="3586606"/>
              <a:ext cx="1055342" cy="246221"/>
              <a:chOff x="5282292" y="4811200"/>
              <a:chExt cx="1055342" cy="246221"/>
            </a:xfrm>
          </p:grpSpPr>
          <p:sp>
            <p:nvSpPr>
              <p:cNvPr id="84" name="TextBox 83">
                <a:extLst>
                  <a:ext uri="{FF2B5EF4-FFF2-40B4-BE49-F238E27FC236}">
                    <a16:creationId xmlns:a16="http://schemas.microsoft.com/office/drawing/2014/main" id="{2C26F88E-7755-2554-ECE4-760E059A8178}"/>
                  </a:ext>
                </a:extLst>
              </p:cNvPr>
              <p:cNvSpPr txBox="1"/>
              <p:nvPr/>
            </p:nvSpPr>
            <p:spPr>
              <a:xfrm>
                <a:off x="5627183" y="4811200"/>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4A397CAE-201F-C900-7883-83C993FDB0A1}"/>
                  </a:ext>
                </a:extLst>
              </p:cNvPr>
              <p:cNvSpPr/>
              <p:nvPr/>
            </p:nvSpPr>
            <p:spPr>
              <a:xfrm>
                <a:off x="5282292" y="482460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88" name="Group 87">
              <a:extLst>
                <a:ext uri="{FF2B5EF4-FFF2-40B4-BE49-F238E27FC236}">
                  <a16:creationId xmlns:a16="http://schemas.microsoft.com/office/drawing/2014/main" id="{1ED5A0D0-06D5-5924-1DD0-EFA6DDF9AB8D}"/>
                </a:ext>
              </a:extLst>
            </p:cNvPr>
            <p:cNvGrpSpPr/>
            <p:nvPr/>
          </p:nvGrpSpPr>
          <p:grpSpPr>
            <a:xfrm>
              <a:off x="5465357" y="5505713"/>
              <a:ext cx="2195651" cy="246221"/>
              <a:chOff x="432780" y="1274111"/>
              <a:chExt cx="2356310" cy="264237"/>
            </a:xfrm>
          </p:grpSpPr>
          <p:sp>
            <p:nvSpPr>
              <p:cNvPr id="89" name="TextBox 88">
                <a:extLst>
                  <a:ext uri="{FF2B5EF4-FFF2-40B4-BE49-F238E27FC236}">
                    <a16:creationId xmlns:a16="http://schemas.microsoft.com/office/drawing/2014/main" id="{BE5328D8-BFB4-CE22-B476-407B9AE169C9}"/>
                  </a:ext>
                </a:extLst>
              </p:cNvPr>
              <p:cNvSpPr txBox="1"/>
              <p:nvPr/>
            </p:nvSpPr>
            <p:spPr>
              <a:xfrm>
                <a:off x="601248" y="1274111"/>
                <a:ext cx="1068648" cy="264237"/>
              </a:xfrm>
              <a:prstGeom prst="rect">
                <a:avLst/>
              </a:prstGeom>
              <a:noFill/>
            </p:spPr>
            <p:txBody>
              <a:bodyPr wrap="none" rtlCol="0">
                <a:spAutoFit/>
              </a:bodyPr>
              <a:lstStyle/>
              <a:p>
                <a:r>
                  <a:rPr lang="en-US" sz="1000"/>
                  <a:t>findTask(query)</a:t>
                </a:r>
              </a:p>
            </p:txBody>
          </p:sp>
          <p:cxnSp>
            <p:nvCxnSpPr>
              <p:cNvPr id="90" name="Straight Arrow Connector 89">
                <a:extLst>
                  <a:ext uri="{FF2B5EF4-FFF2-40B4-BE49-F238E27FC236}">
                    <a16:creationId xmlns:a16="http://schemas.microsoft.com/office/drawing/2014/main" id="{C530B87A-B135-6C2A-8F72-C10039D08209}"/>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CF04260C-4DB6-31F3-A867-F19182CD67B6}"/>
                </a:ext>
              </a:extLst>
            </p:cNvPr>
            <p:cNvSpPr/>
            <p:nvPr/>
          </p:nvSpPr>
          <p:spPr>
            <a:xfrm>
              <a:off x="7665853" y="5745687"/>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897C06FF-48D9-3309-B464-A774E3010051}"/>
                </a:ext>
              </a:extLst>
            </p:cNvPr>
            <p:cNvGrpSpPr/>
            <p:nvPr/>
          </p:nvGrpSpPr>
          <p:grpSpPr>
            <a:xfrm>
              <a:off x="5462620" y="5750203"/>
              <a:ext cx="2198388" cy="246221"/>
              <a:chOff x="1505858" y="2498990"/>
              <a:chExt cx="2359245" cy="264237"/>
            </a:xfrm>
          </p:grpSpPr>
          <p:sp>
            <p:nvSpPr>
              <p:cNvPr id="94" name="TextBox 93">
                <a:extLst>
                  <a:ext uri="{FF2B5EF4-FFF2-40B4-BE49-F238E27FC236}">
                    <a16:creationId xmlns:a16="http://schemas.microsoft.com/office/drawing/2014/main" id="{A5338C0D-428C-1E39-6A82-932214F5A93C}"/>
                  </a:ext>
                </a:extLst>
              </p:cNvPr>
              <p:cNvSpPr txBox="1"/>
              <p:nvPr/>
            </p:nvSpPr>
            <p:spPr>
              <a:xfrm>
                <a:off x="2510467" y="2498990"/>
                <a:ext cx="478587" cy="264237"/>
              </a:xfrm>
              <a:prstGeom prst="rect">
                <a:avLst/>
              </a:prstGeom>
              <a:noFill/>
            </p:spPr>
            <p:txBody>
              <a:bodyPr wrap="none" rtlCol="0">
                <a:spAutoFit/>
              </a:bodyPr>
              <a:lstStyle/>
              <a:p>
                <a:r>
                  <a:rPr lang="en-US" sz="1000"/>
                  <a:t>tasks</a:t>
                </a:r>
              </a:p>
            </p:txBody>
          </p:sp>
          <p:cxnSp>
            <p:nvCxnSpPr>
              <p:cNvPr id="95" name="Straight Arrow Connector 94">
                <a:extLst>
                  <a:ext uri="{FF2B5EF4-FFF2-40B4-BE49-F238E27FC236}">
                    <a16:creationId xmlns:a16="http://schemas.microsoft.com/office/drawing/2014/main" id="{E2202279-5B1D-64D1-0F0B-0358790D43A3}"/>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3D2505AF-FD20-1FC3-4FE8-C93A1B9E35E1}"/>
                </a:ext>
              </a:extLst>
            </p:cNvPr>
            <p:cNvGrpSpPr/>
            <p:nvPr/>
          </p:nvGrpSpPr>
          <p:grpSpPr>
            <a:xfrm>
              <a:off x="5465357" y="4617485"/>
              <a:ext cx="2195650" cy="246221"/>
              <a:chOff x="432780" y="1274111"/>
              <a:chExt cx="2356310" cy="264237"/>
            </a:xfrm>
          </p:grpSpPr>
          <p:sp>
            <p:nvSpPr>
              <p:cNvPr id="21" name="TextBox 20">
                <a:extLst>
                  <a:ext uri="{FF2B5EF4-FFF2-40B4-BE49-F238E27FC236}">
                    <a16:creationId xmlns:a16="http://schemas.microsoft.com/office/drawing/2014/main" id="{BAC1060D-5404-9F05-FDDB-F95E39408EB1}"/>
                  </a:ext>
                </a:extLst>
              </p:cNvPr>
              <p:cNvSpPr txBox="1"/>
              <p:nvPr/>
            </p:nvSpPr>
            <p:spPr>
              <a:xfrm>
                <a:off x="571762" y="1274111"/>
                <a:ext cx="1644949" cy="264237"/>
              </a:xfrm>
              <a:prstGeom prst="rect">
                <a:avLst/>
              </a:prstGeom>
              <a:noFill/>
            </p:spPr>
            <p:txBody>
              <a:bodyPr wrap="none" rtlCol="0">
                <a:spAutoFit/>
              </a:bodyPr>
              <a:lstStyle/>
              <a:p>
                <a:r>
                  <a:rPr lang="en-US" sz="1000"/>
                  <a:t>findProjectById(projectId)</a:t>
                </a:r>
              </a:p>
            </p:txBody>
          </p:sp>
          <p:cxnSp>
            <p:nvCxnSpPr>
              <p:cNvPr id="23" name="Straight Arrow Connector 22">
                <a:extLst>
                  <a:ext uri="{FF2B5EF4-FFF2-40B4-BE49-F238E27FC236}">
                    <a16:creationId xmlns:a16="http://schemas.microsoft.com/office/drawing/2014/main" id="{25118106-710A-4A44-3C27-B0AA5BC364A0}"/>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0FB6D6D-E5F8-ED1B-1F4E-7BEA86C07A74}"/>
                </a:ext>
              </a:extLst>
            </p:cNvPr>
            <p:cNvSpPr/>
            <p:nvPr/>
          </p:nvSpPr>
          <p:spPr>
            <a:xfrm>
              <a:off x="7665853" y="4857459"/>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9FC4957E-C1B6-A334-A6FF-BA4ED7E2199D}"/>
                </a:ext>
              </a:extLst>
            </p:cNvPr>
            <p:cNvGrpSpPr/>
            <p:nvPr/>
          </p:nvGrpSpPr>
          <p:grpSpPr>
            <a:xfrm>
              <a:off x="5462620" y="4861975"/>
              <a:ext cx="2198388" cy="246221"/>
              <a:chOff x="1505858" y="2498990"/>
              <a:chExt cx="2359245" cy="264237"/>
            </a:xfrm>
          </p:grpSpPr>
          <p:sp>
            <p:nvSpPr>
              <p:cNvPr id="34" name="TextBox 33">
                <a:extLst>
                  <a:ext uri="{FF2B5EF4-FFF2-40B4-BE49-F238E27FC236}">
                    <a16:creationId xmlns:a16="http://schemas.microsoft.com/office/drawing/2014/main" id="{9EFD4097-16FD-2A48-58E3-9C1633FA0F38}"/>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A826E6FF-4B9E-33B4-7042-9148047630E1}"/>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76A75BE1-C109-7C0A-490A-2B2C65A68490}"/>
                </a:ext>
              </a:extLst>
            </p:cNvPr>
            <p:cNvGrpSpPr/>
            <p:nvPr/>
          </p:nvGrpSpPr>
          <p:grpSpPr>
            <a:xfrm>
              <a:off x="2727902" y="4093839"/>
              <a:ext cx="2603395" cy="246221"/>
              <a:chOff x="257571" y="1666815"/>
              <a:chExt cx="2793889" cy="264237"/>
            </a:xfrm>
          </p:grpSpPr>
          <p:sp>
            <p:nvSpPr>
              <p:cNvPr id="5" name="TextBox 4">
                <a:extLst>
                  <a:ext uri="{FF2B5EF4-FFF2-40B4-BE49-F238E27FC236}">
                    <a16:creationId xmlns:a16="http://schemas.microsoft.com/office/drawing/2014/main" id="{269C5698-147D-0E4D-3007-9C2989BFB675}"/>
                  </a:ext>
                </a:extLst>
              </p:cNvPr>
              <p:cNvSpPr txBox="1"/>
              <p:nvPr/>
            </p:nvSpPr>
            <p:spPr>
              <a:xfrm>
                <a:off x="257571" y="1666815"/>
                <a:ext cx="2269415" cy="264237"/>
              </a:xfrm>
              <a:prstGeom prst="rect">
                <a:avLst/>
              </a:prstGeom>
              <a:noFill/>
            </p:spPr>
            <p:txBody>
              <a:bodyPr wrap="none" rtlCol="0">
                <a:spAutoFit/>
              </a:bodyPr>
              <a:lstStyle/>
              <a:p>
                <a:r>
                  <a:rPr lang="en-US" sz="1000"/>
                  <a:t>GET /api/tasks/:projectId {appToken}</a:t>
                </a:r>
              </a:p>
            </p:txBody>
          </p:sp>
          <p:cxnSp>
            <p:nvCxnSpPr>
              <p:cNvPr id="6" name="Straight Arrow Connector 5">
                <a:extLst>
                  <a:ext uri="{FF2B5EF4-FFF2-40B4-BE49-F238E27FC236}">
                    <a16:creationId xmlns:a16="http://schemas.microsoft.com/office/drawing/2014/main" id="{F1DFD840-1083-6215-EC0D-7D1E1BAD8D55}"/>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3CC8BDFC-9744-AE6B-C5C6-0F778B47F039}"/>
                </a:ext>
              </a:extLst>
            </p:cNvPr>
            <p:cNvGrpSpPr/>
            <p:nvPr/>
          </p:nvGrpSpPr>
          <p:grpSpPr>
            <a:xfrm>
              <a:off x="5282292" y="4347722"/>
              <a:ext cx="1364722" cy="246221"/>
              <a:chOff x="5224464" y="3479392"/>
              <a:chExt cx="1364722" cy="246221"/>
            </a:xfrm>
          </p:grpSpPr>
          <p:sp>
            <p:nvSpPr>
              <p:cNvPr id="42" name="TextBox 41">
                <a:extLst>
                  <a:ext uri="{FF2B5EF4-FFF2-40B4-BE49-F238E27FC236}">
                    <a16:creationId xmlns:a16="http://schemas.microsoft.com/office/drawing/2014/main" id="{268929B2-7210-9387-5810-0B9F62E88AA0}"/>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46" name="Arc 45">
                <a:extLst>
                  <a:ext uri="{FF2B5EF4-FFF2-40B4-BE49-F238E27FC236}">
                    <a16:creationId xmlns:a16="http://schemas.microsoft.com/office/drawing/2014/main" id="{5FB94C32-1D8D-8A60-1F57-E84A4DD10489}"/>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7" name="Group 46">
              <a:extLst>
                <a:ext uri="{FF2B5EF4-FFF2-40B4-BE49-F238E27FC236}">
                  <a16:creationId xmlns:a16="http://schemas.microsoft.com/office/drawing/2014/main" id="{92150323-4D2C-C330-100F-D1D0864D50F7}"/>
                </a:ext>
              </a:extLst>
            </p:cNvPr>
            <p:cNvGrpSpPr/>
            <p:nvPr/>
          </p:nvGrpSpPr>
          <p:grpSpPr>
            <a:xfrm>
              <a:off x="5282292" y="5276333"/>
              <a:ext cx="1791121" cy="246221"/>
              <a:chOff x="5224464" y="3479392"/>
              <a:chExt cx="1791121" cy="246221"/>
            </a:xfrm>
          </p:grpSpPr>
          <p:sp>
            <p:nvSpPr>
              <p:cNvPr id="49" name="TextBox 48">
                <a:extLst>
                  <a:ext uri="{FF2B5EF4-FFF2-40B4-BE49-F238E27FC236}">
                    <a16:creationId xmlns:a16="http://schemas.microsoft.com/office/drawing/2014/main" id="{85B43424-3FD9-6F3D-4653-D3C65D452BFF}"/>
                  </a:ext>
                </a:extLst>
              </p:cNvPr>
              <p:cNvSpPr txBox="1"/>
              <p:nvPr/>
            </p:nvSpPr>
            <p:spPr>
              <a:xfrm>
                <a:off x="5569355" y="3479392"/>
                <a:ext cx="1446230" cy="246221"/>
              </a:xfrm>
              <a:prstGeom prst="rect">
                <a:avLst/>
              </a:prstGeom>
              <a:noFill/>
            </p:spPr>
            <p:txBody>
              <a:bodyPr wrap="none" rtlCol="0">
                <a:spAutoFit/>
              </a:bodyPr>
              <a:lstStyle/>
              <a:p>
                <a:r>
                  <a:rPr lang="en-US" sz="1000"/>
                  <a:t>verify role &amp; build query</a:t>
                </a:r>
              </a:p>
            </p:txBody>
          </p:sp>
          <p:sp>
            <p:nvSpPr>
              <p:cNvPr id="56" name="Arc 55">
                <a:extLst>
                  <a:ext uri="{FF2B5EF4-FFF2-40B4-BE49-F238E27FC236}">
                    <a16:creationId xmlns:a16="http://schemas.microsoft.com/office/drawing/2014/main" id="{30BF527E-5034-C0E8-22A9-36DECB60D777}"/>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67" name="Group 66">
              <a:extLst>
                <a:ext uri="{FF2B5EF4-FFF2-40B4-BE49-F238E27FC236}">
                  <a16:creationId xmlns:a16="http://schemas.microsoft.com/office/drawing/2014/main" id="{6607D05F-D97C-9136-D0C9-C927AD63BBF2}"/>
                </a:ext>
              </a:extLst>
            </p:cNvPr>
            <p:cNvGrpSpPr/>
            <p:nvPr/>
          </p:nvGrpSpPr>
          <p:grpSpPr>
            <a:xfrm>
              <a:off x="2750768" y="5903851"/>
              <a:ext cx="2583909" cy="246221"/>
              <a:chOff x="868963" y="2498990"/>
              <a:chExt cx="2772976" cy="264237"/>
            </a:xfrm>
          </p:grpSpPr>
          <p:sp>
            <p:nvSpPr>
              <p:cNvPr id="69" name="TextBox 68">
                <a:extLst>
                  <a:ext uri="{FF2B5EF4-FFF2-40B4-BE49-F238E27FC236}">
                    <a16:creationId xmlns:a16="http://schemas.microsoft.com/office/drawing/2014/main" id="{C94CDFE5-C623-9B05-5658-751523DB233D}"/>
                  </a:ext>
                </a:extLst>
              </p:cNvPr>
              <p:cNvSpPr txBox="1"/>
              <p:nvPr/>
            </p:nvSpPr>
            <p:spPr>
              <a:xfrm>
                <a:off x="1870893" y="2498990"/>
                <a:ext cx="702225" cy="264237"/>
              </a:xfrm>
              <a:prstGeom prst="rect">
                <a:avLst/>
              </a:prstGeom>
              <a:noFill/>
            </p:spPr>
            <p:txBody>
              <a:bodyPr wrap="none" rtlCol="0">
                <a:spAutoFit/>
              </a:bodyPr>
              <a:lstStyle/>
              <a:p>
                <a:r>
                  <a:rPr lang="en-US" sz="1000"/>
                  <a:t>200, task</a:t>
                </a:r>
              </a:p>
            </p:txBody>
          </p:sp>
          <p:cxnSp>
            <p:nvCxnSpPr>
              <p:cNvPr id="71" name="Straight Arrow Connector 70">
                <a:extLst>
                  <a:ext uri="{FF2B5EF4-FFF2-40B4-BE49-F238E27FC236}">
                    <a16:creationId xmlns:a16="http://schemas.microsoft.com/office/drawing/2014/main" id="{A03672C3-CF0C-CC11-61DD-905A3F0E4D5F}"/>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2BAB7BBD-EAEF-8FAB-2110-0EDE2C0C7BD1}"/>
                </a:ext>
              </a:extLst>
            </p:cNvPr>
            <p:cNvGrpSpPr/>
            <p:nvPr/>
          </p:nvGrpSpPr>
          <p:grpSpPr>
            <a:xfrm>
              <a:off x="1309729" y="3936922"/>
              <a:ext cx="1330817" cy="246221"/>
              <a:chOff x="1588819" y="-1503191"/>
              <a:chExt cx="1428193" cy="264237"/>
            </a:xfrm>
          </p:grpSpPr>
          <p:sp>
            <p:nvSpPr>
              <p:cNvPr id="87" name="TextBox 86">
                <a:extLst>
                  <a:ext uri="{FF2B5EF4-FFF2-40B4-BE49-F238E27FC236}">
                    <a16:creationId xmlns:a16="http://schemas.microsoft.com/office/drawing/2014/main" id="{D73E96FF-474F-11E0-F095-D0EF04D2A9C2}"/>
                  </a:ext>
                </a:extLst>
              </p:cNvPr>
              <p:cNvSpPr txBox="1"/>
              <p:nvPr/>
            </p:nvSpPr>
            <p:spPr>
              <a:xfrm>
                <a:off x="1676747" y="-1503191"/>
                <a:ext cx="1318090" cy="264237"/>
              </a:xfrm>
              <a:prstGeom prst="rect">
                <a:avLst/>
              </a:prstGeom>
              <a:noFill/>
            </p:spPr>
            <p:txBody>
              <a:bodyPr wrap="none" rtlCol="0">
                <a:spAutoFit/>
              </a:bodyPr>
              <a:lstStyle/>
              <a:p>
                <a:r>
                  <a:rPr lang="en-US" sz="1000"/>
                  <a:t>Project Header Info </a:t>
                </a:r>
              </a:p>
            </p:txBody>
          </p:sp>
          <p:cxnSp>
            <p:nvCxnSpPr>
              <p:cNvPr id="92" name="Straight Arrow Connector 91">
                <a:extLst>
                  <a:ext uri="{FF2B5EF4-FFF2-40B4-BE49-F238E27FC236}">
                    <a16:creationId xmlns:a16="http://schemas.microsoft.com/office/drawing/2014/main" id="{4C68F756-A68E-D5B8-2873-5AEB0A985E2C}"/>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900897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B2F58-3243-BB5E-3D97-3A8A1BA4BB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DECC88-709B-86F3-CE25-E85F262A8B09}"/>
              </a:ext>
            </a:extLst>
          </p:cNvPr>
          <p:cNvSpPr>
            <a:spLocks noGrp="1"/>
          </p:cNvSpPr>
          <p:nvPr>
            <p:ph type="sldNum" sz="quarter" idx="12"/>
          </p:nvPr>
        </p:nvSpPr>
        <p:spPr/>
        <p:txBody>
          <a:bodyPr/>
          <a:lstStyle/>
          <a:p>
            <a:fld id="{9EA0BE3B-158A-4EDF-80DC-E394A0D1600F}" type="slidenum">
              <a:rPr lang="en-US" smtClean="0"/>
              <a:pPr/>
              <a:t>24</a:t>
            </a:fld>
            <a:endParaRPr lang="en-US"/>
          </a:p>
        </p:txBody>
      </p:sp>
      <p:sp>
        <p:nvSpPr>
          <p:cNvPr id="3" name="Title 2">
            <a:extLst>
              <a:ext uri="{FF2B5EF4-FFF2-40B4-BE49-F238E27FC236}">
                <a16:creationId xmlns:a16="http://schemas.microsoft.com/office/drawing/2014/main" id="{BDEA2662-5AE5-653A-D609-A1C14CF0857F}"/>
              </a:ext>
            </a:extLst>
          </p:cNvPr>
          <p:cNvSpPr>
            <a:spLocks noGrp="1"/>
          </p:cNvSpPr>
          <p:nvPr>
            <p:ph type="title"/>
          </p:nvPr>
        </p:nvSpPr>
        <p:spPr/>
        <p:txBody>
          <a:bodyPr/>
          <a:lstStyle/>
          <a:p>
            <a:r>
              <a:rPr lang="en-US"/>
              <a:t>Cập nhật công việc</a:t>
            </a:r>
          </a:p>
        </p:txBody>
      </p:sp>
      <p:grpSp>
        <p:nvGrpSpPr>
          <p:cNvPr id="48" name="Group 47">
            <a:extLst>
              <a:ext uri="{FF2B5EF4-FFF2-40B4-BE49-F238E27FC236}">
                <a16:creationId xmlns:a16="http://schemas.microsoft.com/office/drawing/2014/main" id="{C5F6EEEB-52F1-CD44-D808-74584272132A}"/>
              </a:ext>
            </a:extLst>
          </p:cNvPr>
          <p:cNvGrpSpPr/>
          <p:nvPr/>
        </p:nvGrpSpPr>
        <p:grpSpPr>
          <a:xfrm>
            <a:off x="235077" y="1002997"/>
            <a:ext cx="8189862" cy="5096484"/>
            <a:chOff x="177249" y="1221766"/>
            <a:chExt cx="8189862" cy="5096484"/>
          </a:xfrm>
        </p:grpSpPr>
        <p:sp>
          <p:nvSpPr>
            <p:cNvPr id="15" name="Rectangle 14">
              <a:extLst>
                <a:ext uri="{FF2B5EF4-FFF2-40B4-BE49-F238E27FC236}">
                  <a16:creationId xmlns:a16="http://schemas.microsoft.com/office/drawing/2014/main" id="{F2F380AA-CDF6-08B4-9880-DD20941186FE}"/>
                </a:ext>
              </a:extLst>
            </p:cNvPr>
            <p:cNvSpPr/>
            <p:nvPr/>
          </p:nvSpPr>
          <p:spPr>
            <a:xfrm>
              <a:off x="191404" y="1221766"/>
              <a:ext cx="8175707" cy="509648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021B4561-387F-B132-7C4F-C2FC062B5278}"/>
                </a:ext>
              </a:extLst>
            </p:cNvPr>
            <p:cNvCxnSpPr>
              <a:cxnSpLocks/>
              <a:stCxn id="19" idx="2"/>
            </p:cNvCxnSpPr>
            <p:nvPr/>
          </p:nvCxnSpPr>
          <p:spPr>
            <a:xfrm>
              <a:off x="2634054" y="2394578"/>
              <a:ext cx="0" cy="3923672"/>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A8B3124-22C3-9FF5-21B2-83DD9774D8B0}"/>
                </a:ext>
              </a:extLst>
            </p:cNvPr>
            <p:cNvCxnSpPr>
              <a:cxnSpLocks/>
            </p:cNvCxnSpPr>
            <p:nvPr/>
          </p:nvCxnSpPr>
          <p:spPr>
            <a:xfrm>
              <a:off x="5337257" y="2397472"/>
              <a:ext cx="0" cy="331117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4CE4274-434F-73B1-6D83-3A5A9406497F}"/>
                </a:ext>
              </a:extLst>
            </p:cNvPr>
            <p:cNvCxnSpPr>
              <a:cxnSpLocks/>
            </p:cNvCxnSpPr>
            <p:nvPr/>
          </p:nvCxnSpPr>
          <p:spPr>
            <a:xfrm>
              <a:off x="7670155" y="2394579"/>
              <a:ext cx="0" cy="392367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441E13E-102B-5223-AFEA-E9C61F97ED5D}"/>
                </a:ext>
              </a:extLst>
            </p:cNvPr>
            <p:cNvCxnSpPr>
              <a:cxnSpLocks/>
            </p:cNvCxnSpPr>
            <p:nvPr/>
          </p:nvCxnSpPr>
          <p:spPr>
            <a:xfrm>
              <a:off x="1242514" y="2394579"/>
              <a:ext cx="0" cy="392367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D329CD5-E818-AEE8-3FEE-3140268BF644}"/>
                </a:ext>
              </a:extLst>
            </p:cNvPr>
            <p:cNvSpPr/>
            <p:nvPr/>
          </p:nvSpPr>
          <p:spPr>
            <a:xfrm>
              <a:off x="2047708"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54725EB5-9FCC-1F09-C893-C4C1C406C158}"/>
                </a:ext>
              </a:extLst>
            </p:cNvPr>
            <p:cNvSpPr/>
            <p:nvPr/>
          </p:nvSpPr>
          <p:spPr>
            <a:xfrm>
              <a:off x="4750912" y="187261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C527F1F0-E5AE-FBF4-DA70-218B2386E166}"/>
                </a:ext>
              </a:extLst>
            </p:cNvPr>
            <p:cNvSpPr/>
            <p:nvPr/>
          </p:nvSpPr>
          <p:spPr>
            <a:xfrm>
              <a:off x="7083809" y="187189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93306FA-7902-E724-0FCC-3052B4634AA8}"/>
                </a:ext>
              </a:extLst>
            </p:cNvPr>
            <p:cNvGrpSpPr/>
            <p:nvPr/>
          </p:nvGrpSpPr>
          <p:grpSpPr>
            <a:xfrm>
              <a:off x="226459" y="1631338"/>
              <a:ext cx="2014874" cy="808020"/>
              <a:chOff x="-673419" y="924202"/>
              <a:chExt cx="2162304" cy="867143"/>
            </a:xfrm>
          </p:grpSpPr>
          <p:grpSp>
            <p:nvGrpSpPr>
              <p:cNvPr id="73" name="Group 72">
                <a:extLst>
                  <a:ext uri="{FF2B5EF4-FFF2-40B4-BE49-F238E27FC236}">
                    <a16:creationId xmlns:a16="http://schemas.microsoft.com/office/drawing/2014/main" id="{24B7DCB6-9475-7905-AADD-B3456EEBB79C}"/>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93BBA441-A3DC-1BC4-FB77-FC0C2B8F49EB}"/>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7609BD73-0C0B-E0DF-19B6-AD3B325D1230}"/>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C272C18-002A-02FB-2A02-3C8D0D37E339}"/>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5C628E0-C7EE-7340-5849-6A53ECC22C53}"/>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DA6B784-867D-661D-98AD-F30AD35331A6}"/>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A1F5F74F-427F-48C2-B54F-6EA06DC86517}"/>
                  </a:ext>
                </a:extLst>
              </p:cNvPr>
              <p:cNvSpPr txBox="1"/>
              <p:nvPr/>
            </p:nvSpPr>
            <p:spPr>
              <a:xfrm>
                <a:off x="-673419" y="1527108"/>
                <a:ext cx="2162304" cy="264237"/>
              </a:xfrm>
              <a:prstGeom prst="rect">
                <a:avLst/>
              </a:prstGeom>
              <a:noFill/>
            </p:spPr>
            <p:txBody>
              <a:bodyPr wrap="square" rtlCol="0">
                <a:spAutoFit/>
              </a:bodyPr>
              <a:lstStyle/>
              <a:p>
                <a:pPr algn="ctr"/>
                <a:r>
                  <a:rPr lang="en-US" sz="1000" b="1"/>
                  <a:t>OWNER/LEADER/</a:t>
                </a:r>
                <a:r>
                  <a:rPr lang="en-US" sz="1000"/>
                  <a:t>ASSIGNEE</a:t>
                </a:r>
              </a:p>
            </p:txBody>
          </p:sp>
        </p:grpSp>
        <p:sp>
          <p:nvSpPr>
            <p:cNvPr id="25" name="Rectangle 24">
              <a:extLst>
                <a:ext uri="{FF2B5EF4-FFF2-40B4-BE49-F238E27FC236}">
                  <a16:creationId xmlns:a16="http://schemas.microsoft.com/office/drawing/2014/main" id="{97B1C359-0EB9-1BD2-0CB9-28BDB105A626}"/>
                </a:ext>
              </a:extLst>
            </p:cNvPr>
            <p:cNvSpPr/>
            <p:nvPr/>
          </p:nvSpPr>
          <p:spPr>
            <a:xfrm>
              <a:off x="2571924" y="2665524"/>
              <a:ext cx="124257" cy="34685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47793D28-2179-60CB-BAE5-CD843485BA78}"/>
                </a:ext>
              </a:extLst>
            </p:cNvPr>
            <p:cNvGrpSpPr/>
            <p:nvPr/>
          </p:nvGrpSpPr>
          <p:grpSpPr>
            <a:xfrm>
              <a:off x="1252504" y="2439358"/>
              <a:ext cx="1316179" cy="246221"/>
              <a:chOff x="432780" y="1666816"/>
              <a:chExt cx="1412485" cy="264237"/>
            </a:xfrm>
          </p:grpSpPr>
          <p:sp>
            <p:nvSpPr>
              <p:cNvPr id="70" name="TextBox 69">
                <a:extLst>
                  <a:ext uri="{FF2B5EF4-FFF2-40B4-BE49-F238E27FC236}">
                    <a16:creationId xmlns:a16="http://schemas.microsoft.com/office/drawing/2014/main" id="{EA7A2A74-1705-B9E1-5C04-BA298117AA1C}"/>
                  </a:ext>
                </a:extLst>
              </p:cNvPr>
              <p:cNvSpPr txBox="1"/>
              <p:nvPr/>
            </p:nvSpPr>
            <p:spPr>
              <a:xfrm>
                <a:off x="549110" y="1666816"/>
                <a:ext cx="1094453" cy="264237"/>
              </a:xfrm>
              <a:prstGeom prst="rect">
                <a:avLst/>
              </a:prstGeom>
              <a:noFill/>
            </p:spPr>
            <p:txBody>
              <a:bodyPr wrap="none" rtlCol="0">
                <a:spAutoFit/>
              </a:bodyPr>
              <a:lstStyle/>
              <a:p>
                <a:r>
                  <a:rPr lang="en-US" sz="1000"/>
                  <a:t>Click “Edit Task”</a:t>
                </a:r>
              </a:p>
            </p:txBody>
          </p:sp>
          <p:cxnSp>
            <p:nvCxnSpPr>
              <p:cNvPr id="72" name="Straight Arrow Connector 71">
                <a:extLst>
                  <a:ext uri="{FF2B5EF4-FFF2-40B4-BE49-F238E27FC236}">
                    <a16:creationId xmlns:a16="http://schemas.microsoft.com/office/drawing/2014/main" id="{ED3F83A1-E05C-DAFB-84A1-B29080B390CE}"/>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20646A33-8817-C6FD-F950-ED2AB103CF5B}"/>
                </a:ext>
              </a:extLst>
            </p:cNvPr>
            <p:cNvSpPr/>
            <p:nvPr/>
          </p:nvSpPr>
          <p:spPr>
            <a:xfrm>
              <a:off x="5273403" y="3461019"/>
              <a:ext cx="124257" cy="2511152"/>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5966B0D2-2637-6664-5A59-1527DD9BFCEE}"/>
                </a:ext>
              </a:extLst>
            </p:cNvPr>
            <p:cNvGrpSpPr/>
            <p:nvPr/>
          </p:nvGrpSpPr>
          <p:grpSpPr>
            <a:xfrm>
              <a:off x="2659168" y="3233957"/>
              <a:ext cx="2642070" cy="246221"/>
              <a:chOff x="257571" y="1666816"/>
              <a:chExt cx="2835394" cy="264237"/>
            </a:xfrm>
          </p:grpSpPr>
          <p:sp>
            <p:nvSpPr>
              <p:cNvPr id="66" name="TextBox 65">
                <a:extLst>
                  <a:ext uri="{FF2B5EF4-FFF2-40B4-BE49-F238E27FC236}">
                    <a16:creationId xmlns:a16="http://schemas.microsoft.com/office/drawing/2014/main" id="{50E4EF5D-A7A4-A8CC-D70C-EAC89ED541BC}"/>
                  </a:ext>
                </a:extLst>
              </p:cNvPr>
              <p:cNvSpPr txBox="1"/>
              <p:nvPr/>
            </p:nvSpPr>
            <p:spPr>
              <a:xfrm>
                <a:off x="257571" y="1666816"/>
                <a:ext cx="2835394" cy="264237"/>
              </a:xfrm>
              <a:prstGeom prst="rect">
                <a:avLst/>
              </a:prstGeom>
              <a:noFill/>
            </p:spPr>
            <p:txBody>
              <a:bodyPr wrap="none" rtlCol="0">
                <a:spAutoFit/>
              </a:bodyPr>
              <a:lstStyle/>
              <a:p>
                <a:r>
                  <a:rPr lang="en-US" sz="1000"/>
                  <a:t>PUT /api/tasks/detail/:id {appToken, taskInfo,..}</a:t>
                </a:r>
              </a:p>
            </p:txBody>
          </p:sp>
          <p:cxnSp>
            <p:nvCxnSpPr>
              <p:cNvPr id="68" name="Straight Arrow Connector 67">
                <a:extLst>
                  <a:ext uri="{FF2B5EF4-FFF2-40B4-BE49-F238E27FC236}">
                    <a16:creationId xmlns:a16="http://schemas.microsoft.com/office/drawing/2014/main" id="{D1E92FD4-230B-ADF7-D121-A3A140D69271}"/>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A2D9E216-2B5A-109C-FCB2-0CFB8CF3D7A2}"/>
                </a:ext>
              </a:extLst>
            </p:cNvPr>
            <p:cNvGrpSpPr/>
            <p:nvPr/>
          </p:nvGrpSpPr>
          <p:grpSpPr>
            <a:xfrm>
              <a:off x="5407529" y="3744918"/>
              <a:ext cx="2195650" cy="246221"/>
              <a:chOff x="432780" y="1274111"/>
              <a:chExt cx="2356310" cy="264237"/>
            </a:xfrm>
          </p:grpSpPr>
          <p:sp>
            <p:nvSpPr>
              <p:cNvPr id="64" name="TextBox 63">
                <a:extLst>
                  <a:ext uri="{FF2B5EF4-FFF2-40B4-BE49-F238E27FC236}">
                    <a16:creationId xmlns:a16="http://schemas.microsoft.com/office/drawing/2014/main" id="{112956E4-8951-A587-97A2-EC99494DB275}"/>
                  </a:ext>
                </a:extLst>
              </p:cNvPr>
              <p:cNvSpPr txBox="1"/>
              <p:nvPr/>
            </p:nvSpPr>
            <p:spPr>
              <a:xfrm>
                <a:off x="571762" y="1274111"/>
                <a:ext cx="1092733" cy="264237"/>
              </a:xfrm>
              <a:prstGeom prst="rect">
                <a:avLst/>
              </a:prstGeom>
              <a:noFill/>
            </p:spPr>
            <p:txBody>
              <a:bodyPr wrap="none" rtlCol="0">
                <a:spAutoFit/>
              </a:bodyPr>
              <a:lstStyle/>
              <a:p>
                <a:r>
                  <a:rPr lang="en-US" sz="1000"/>
                  <a:t>findTaskById(id)</a:t>
                </a:r>
              </a:p>
            </p:txBody>
          </p:sp>
          <p:cxnSp>
            <p:nvCxnSpPr>
              <p:cNvPr id="65" name="Straight Arrow Connector 64">
                <a:extLst>
                  <a:ext uri="{FF2B5EF4-FFF2-40B4-BE49-F238E27FC236}">
                    <a16:creationId xmlns:a16="http://schemas.microsoft.com/office/drawing/2014/main" id="{E77ADDF6-B2DB-9372-67B9-8486803183E0}"/>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A0682210-62A5-4B4F-93A0-8FC8D518534F}"/>
                </a:ext>
              </a:extLst>
            </p:cNvPr>
            <p:cNvSpPr/>
            <p:nvPr/>
          </p:nvSpPr>
          <p:spPr>
            <a:xfrm>
              <a:off x="7608025" y="3984892"/>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DC001054-FE7D-5691-BEA4-4F0CA2763B51}"/>
                </a:ext>
              </a:extLst>
            </p:cNvPr>
            <p:cNvGrpSpPr/>
            <p:nvPr/>
          </p:nvGrpSpPr>
          <p:grpSpPr>
            <a:xfrm>
              <a:off x="5404792" y="3989408"/>
              <a:ext cx="2198388" cy="246221"/>
              <a:chOff x="1505858" y="2498990"/>
              <a:chExt cx="2359245" cy="264237"/>
            </a:xfrm>
          </p:grpSpPr>
          <p:sp>
            <p:nvSpPr>
              <p:cNvPr id="62" name="TextBox 61">
                <a:extLst>
                  <a:ext uri="{FF2B5EF4-FFF2-40B4-BE49-F238E27FC236}">
                    <a16:creationId xmlns:a16="http://schemas.microsoft.com/office/drawing/2014/main" id="{C63E3926-5A7F-BDDB-5324-1BBFC9AC1988}"/>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63" name="Straight Arrow Connector 62">
                <a:extLst>
                  <a:ext uri="{FF2B5EF4-FFF2-40B4-BE49-F238E27FC236}">
                    <a16:creationId xmlns:a16="http://schemas.microsoft.com/office/drawing/2014/main" id="{E84257DE-CD89-30FE-DB0A-5EF8D0FF2E17}"/>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4A445E80-DB78-296F-9578-DBD39F1A8B9B}"/>
                </a:ext>
              </a:extLst>
            </p:cNvPr>
            <p:cNvGrpSpPr/>
            <p:nvPr/>
          </p:nvGrpSpPr>
          <p:grpSpPr>
            <a:xfrm>
              <a:off x="2692941" y="5718940"/>
              <a:ext cx="2583909" cy="246221"/>
              <a:chOff x="868963" y="2498990"/>
              <a:chExt cx="2772976" cy="264237"/>
            </a:xfrm>
          </p:grpSpPr>
          <p:sp>
            <p:nvSpPr>
              <p:cNvPr id="60" name="TextBox 59">
                <a:extLst>
                  <a:ext uri="{FF2B5EF4-FFF2-40B4-BE49-F238E27FC236}">
                    <a16:creationId xmlns:a16="http://schemas.microsoft.com/office/drawing/2014/main" id="{C8030410-44AA-1405-495C-0C72B04D3E62}"/>
                  </a:ext>
                </a:extLst>
              </p:cNvPr>
              <p:cNvSpPr txBox="1"/>
              <p:nvPr/>
            </p:nvSpPr>
            <p:spPr>
              <a:xfrm>
                <a:off x="1857630" y="2498990"/>
                <a:ext cx="1192510" cy="264237"/>
              </a:xfrm>
              <a:prstGeom prst="rect">
                <a:avLst/>
              </a:prstGeom>
              <a:noFill/>
            </p:spPr>
            <p:txBody>
              <a:bodyPr wrap="none" rtlCol="0">
                <a:spAutoFit/>
              </a:bodyPr>
              <a:lstStyle/>
              <a:p>
                <a:r>
                  <a:rPr lang="en-US" sz="1000"/>
                  <a:t>200, updatedTask</a:t>
                </a:r>
              </a:p>
            </p:txBody>
          </p:sp>
          <p:cxnSp>
            <p:nvCxnSpPr>
              <p:cNvPr id="61" name="Straight Arrow Connector 60">
                <a:extLst>
                  <a:ext uri="{FF2B5EF4-FFF2-40B4-BE49-F238E27FC236}">
                    <a16:creationId xmlns:a16="http://schemas.microsoft.com/office/drawing/2014/main" id="{4AD77AE1-0590-D186-0C97-181DBB8D7550}"/>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41222748-7FF4-6977-C2B4-760072A245F9}"/>
                </a:ext>
              </a:extLst>
            </p:cNvPr>
            <p:cNvGrpSpPr/>
            <p:nvPr/>
          </p:nvGrpSpPr>
          <p:grpSpPr>
            <a:xfrm>
              <a:off x="5224464" y="3479392"/>
              <a:ext cx="1364722" cy="246221"/>
              <a:chOff x="5224464" y="3479392"/>
              <a:chExt cx="1364722" cy="246221"/>
            </a:xfrm>
          </p:grpSpPr>
          <p:sp>
            <p:nvSpPr>
              <p:cNvPr id="37" name="TextBox 36">
                <a:extLst>
                  <a:ext uri="{FF2B5EF4-FFF2-40B4-BE49-F238E27FC236}">
                    <a16:creationId xmlns:a16="http://schemas.microsoft.com/office/drawing/2014/main" id="{A257CB0C-0CA6-3065-2B67-D8B935DF5738}"/>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831B6904-BA9E-1C16-BE0E-7C312F155170}"/>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0F42AFBB-8310-5B62-C8BC-28DA1C5B6972}"/>
                </a:ext>
              </a:extLst>
            </p:cNvPr>
            <p:cNvGrpSpPr/>
            <p:nvPr/>
          </p:nvGrpSpPr>
          <p:grpSpPr>
            <a:xfrm>
              <a:off x="1300163" y="2693597"/>
              <a:ext cx="1281450" cy="246221"/>
              <a:chOff x="1648293" y="-1503191"/>
              <a:chExt cx="1375215" cy="264237"/>
            </a:xfrm>
          </p:grpSpPr>
          <p:sp>
            <p:nvSpPr>
              <p:cNvPr id="58" name="TextBox 57">
                <a:extLst>
                  <a:ext uri="{FF2B5EF4-FFF2-40B4-BE49-F238E27FC236}">
                    <a16:creationId xmlns:a16="http://schemas.microsoft.com/office/drawing/2014/main" id="{4F569AB0-BF8A-32BE-AF50-132AA80F5E6A}"/>
                  </a:ext>
                </a:extLst>
              </p:cNvPr>
              <p:cNvSpPr txBox="1"/>
              <p:nvPr/>
            </p:nvSpPr>
            <p:spPr>
              <a:xfrm>
                <a:off x="1887292" y="-1503191"/>
                <a:ext cx="771037" cy="264237"/>
              </a:xfrm>
              <a:prstGeom prst="rect">
                <a:avLst/>
              </a:prstGeom>
              <a:noFill/>
            </p:spPr>
            <p:txBody>
              <a:bodyPr wrap="none" rtlCol="0">
                <a:spAutoFit/>
              </a:bodyPr>
              <a:lstStyle/>
              <a:p>
                <a:r>
                  <a:rPr lang="en-US" sz="1000"/>
                  <a:t>Task Form</a:t>
                </a:r>
              </a:p>
            </p:txBody>
          </p:sp>
          <p:cxnSp>
            <p:nvCxnSpPr>
              <p:cNvPr id="59" name="Straight Arrow Connector 58">
                <a:extLst>
                  <a:ext uri="{FF2B5EF4-FFF2-40B4-BE49-F238E27FC236}">
                    <a16:creationId xmlns:a16="http://schemas.microsoft.com/office/drawing/2014/main" id="{119AED62-B974-E7E4-66C2-33BAFD9A1FEC}"/>
                  </a:ext>
                </a:extLst>
              </p:cNvPr>
              <p:cNvCxnSpPr>
                <a:cxnSpLocks/>
              </p:cNvCxnSpPr>
              <p:nvPr/>
            </p:nvCxnSpPr>
            <p:spPr>
              <a:xfrm>
                <a:off x="1648293" y="-1259581"/>
                <a:ext cx="137521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070A1F2F-482D-5515-F184-F6C6BAB3E681}"/>
                </a:ext>
              </a:extLst>
            </p:cNvPr>
            <p:cNvGrpSpPr/>
            <p:nvPr/>
          </p:nvGrpSpPr>
          <p:grpSpPr>
            <a:xfrm>
              <a:off x="1252504" y="2962109"/>
              <a:ext cx="1316179" cy="246221"/>
              <a:chOff x="432780" y="1666816"/>
              <a:chExt cx="1412485" cy="264237"/>
            </a:xfrm>
          </p:grpSpPr>
          <p:sp>
            <p:nvSpPr>
              <p:cNvPr id="55" name="TextBox 54">
                <a:extLst>
                  <a:ext uri="{FF2B5EF4-FFF2-40B4-BE49-F238E27FC236}">
                    <a16:creationId xmlns:a16="http://schemas.microsoft.com/office/drawing/2014/main" id="{26AB6FD0-9497-019C-FE37-671AFE9A8F1D}"/>
                  </a:ext>
                </a:extLst>
              </p:cNvPr>
              <p:cNvSpPr txBox="1"/>
              <p:nvPr/>
            </p:nvSpPr>
            <p:spPr>
              <a:xfrm>
                <a:off x="675910" y="1666816"/>
                <a:ext cx="918983" cy="264237"/>
              </a:xfrm>
              <a:prstGeom prst="rect">
                <a:avLst/>
              </a:prstGeom>
              <a:noFill/>
            </p:spPr>
            <p:txBody>
              <a:bodyPr wrap="none" rtlCol="0">
                <a:spAutoFit/>
              </a:bodyPr>
              <a:lstStyle/>
              <a:p>
                <a:r>
                  <a:rPr lang="en-US" sz="1000"/>
                  <a:t>Submit Form</a:t>
                </a:r>
              </a:p>
            </p:txBody>
          </p:sp>
          <p:cxnSp>
            <p:nvCxnSpPr>
              <p:cNvPr id="57" name="Straight Arrow Connector 56">
                <a:extLst>
                  <a:ext uri="{FF2B5EF4-FFF2-40B4-BE49-F238E27FC236}">
                    <a16:creationId xmlns:a16="http://schemas.microsoft.com/office/drawing/2014/main" id="{4326D2DB-613F-5FB1-BFAB-C575B87BA172}"/>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E09ED713-4F74-F12C-B40F-EFA2E4ED713C}"/>
                </a:ext>
              </a:extLst>
            </p:cNvPr>
            <p:cNvGrpSpPr/>
            <p:nvPr/>
          </p:nvGrpSpPr>
          <p:grpSpPr>
            <a:xfrm>
              <a:off x="1244744" y="5888183"/>
              <a:ext cx="1330817" cy="246221"/>
              <a:chOff x="1588819" y="-1503191"/>
              <a:chExt cx="1428193" cy="264237"/>
            </a:xfrm>
          </p:grpSpPr>
          <p:sp>
            <p:nvSpPr>
              <p:cNvPr id="53" name="TextBox 52">
                <a:extLst>
                  <a:ext uri="{FF2B5EF4-FFF2-40B4-BE49-F238E27FC236}">
                    <a16:creationId xmlns:a16="http://schemas.microsoft.com/office/drawing/2014/main" id="{67976282-B7A9-8B3D-E1EC-F2E7C2332A06}"/>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E8C80F30-4BA1-DE0C-F95D-5CADF1A2AFCF}"/>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E941569F-DA11-3763-F6E2-4E87EC755424}"/>
                </a:ext>
              </a:extLst>
            </p:cNvPr>
            <p:cNvGrpSpPr/>
            <p:nvPr/>
          </p:nvGrpSpPr>
          <p:grpSpPr>
            <a:xfrm>
              <a:off x="191404" y="1228055"/>
              <a:ext cx="2481593" cy="295234"/>
              <a:chOff x="390525" y="886128"/>
              <a:chExt cx="2481593" cy="295234"/>
            </a:xfrm>
          </p:grpSpPr>
          <p:sp>
            <p:nvSpPr>
              <p:cNvPr id="51" name="Rectangle: Single Corner Snipped 50">
                <a:extLst>
                  <a:ext uri="{FF2B5EF4-FFF2-40B4-BE49-F238E27FC236}">
                    <a16:creationId xmlns:a16="http://schemas.microsoft.com/office/drawing/2014/main" id="{1F2FCE46-839B-ECEA-58E1-B8BE44AD0EFE}"/>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B49A1DE6-931F-1FE9-CEAF-7042FA7EEDBA}"/>
                  </a:ext>
                </a:extLst>
              </p:cNvPr>
              <p:cNvSpPr txBox="1"/>
              <p:nvPr/>
            </p:nvSpPr>
            <p:spPr>
              <a:xfrm>
                <a:off x="929036" y="904363"/>
                <a:ext cx="1379930" cy="276999"/>
              </a:xfrm>
              <a:prstGeom prst="rect">
                <a:avLst/>
              </a:prstGeom>
              <a:noFill/>
            </p:spPr>
            <p:txBody>
              <a:bodyPr wrap="none" rtlCol="0">
                <a:spAutoFit/>
              </a:bodyPr>
              <a:lstStyle/>
              <a:p>
                <a:r>
                  <a:rPr lang="en-US" sz="1200" b="1"/>
                  <a:t>Cập nhật công việc</a:t>
                </a:r>
              </a:p>
            </p:txBody>
          </p:sp>
        </p:grpSp>
        <p:sp>
          <p:nvSpPr>
            <p:cNvPr id="44" name="Arc 43">
              <a:extLst>
                <a:ext uri="{FF2B5EF4-FFF2-40B4-BE49-F238E27FC236}">
                  <a16:creationId xmlns:a16="http://schemas.microsoft.com/office/drawing/2014/main" id="{20D4012E-76F2-1461-0A47-165FCA31E111}"/>
                </a:ext>
              </a:extLst>
            </p:cNvPr>
            <p:cNvSpPr/>
            <p:nvPr/>
          </p:nvSpPr>
          <p:spPr>
            <a:xfrm>
              <a:off x="992981" y="2932478"/>
              <a:ext cx="375600" cy="255976"/>
            </a:xfrm>
            <a:prstGeom prst="arc">
              <a:avLst>
                <a:gd name="adj1" fmla="val 5941737"/>
                <a:gd name="adj2" fmla="val 15727736"/>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Rectangle 44">
              <a:extLst>
                <a:ext uri="{FF2B5EF4-FFF2-40B4-BE49-F238E27FC236}">
                  <a16:creationId xmlns:a16="http://schemas.microsoft.com/office/drawing/2014/main" id="{1BA80B07-FA62-0EA5-4F9D-DE0FC32F9775}"/>
                </a:ext>
              </a:extLst>
            </p:cNvPr>
            <p:cNvSpPr/>
            <p:nvPr/>
          </p:nvSpPr>
          <p:spPr>
            <a:xfrm>
              <a:off x="1176067" y="2912579"/>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0" name="TextBox 49">
              <a:extLst>
                <a:ext uri="{FF2B5EF4-FFF2-40B4-BE49-F238E27FC236}">
                  <a16:creationId xmlns:a16="http://schemas.microsoft.com/office/drawing/2014/main" id="{7CD2B704-48D9-DEF2-7B35-36E72945BBF5}"/>
                </a:ext>
              </a:extLst>
            </p:cNvPr>
            <p:cNvSpPr txBox="1"/>
            <p:nvPr/>
          </p:nvSpPr>
          <p:spPr>
            <a:xfrm>
              <a:off x="177249" y="2665524"/>
              <a:ext cx="916406" cy="707886"/>
            </a:xfrm>
            <a:prstGeom prst="rect">
              <a:avLst/>
            </a:prstGeom>
            <a:noFill/>
          </p:spPr>
          <p:txBody>
            <a:bodyPr wrap="square" rtlCol="0">
              <a:spAutoFit/>
            </a:bodyPr>
            <a:lstStyle/>
            <a:p>
              <a:r>
                <a:rPr lang="en-US" sz="1000"/>
                <a:t>Edit</a:t>
              </a:r>
            </a:p>
            <a:p>
              <a:r>
                <a:rPr lang="en-US" sz="1000" b="1"/>
                <a:t>[nameTask], [description],</a:t>
              </a:r>
            </a:p>
            <a:p>
              <a:r>
                <a:rPr lang="en-US" sz="1000"/>
                <a:t>[status],</a:t>
              </a:r>
              <a:r>
                <a:rPr lang="en-US" sz="1000" b="1"/>
                <a:t>...</a:t>
              </a:r>
            </a:p>
          </p:txBody>
        </p:sp>
        <p:sp>
          <p:nvSpPr>
            <p:cNvPr id="84" name="TextBox 83">
              <a:extLst>
                <a:ext uri="{FF2B5EF4-FFF2-40B4-BE49-F238E27FC236}">
                  <a16:creationId xmlns:a16="http://schemas.microsoft.com/office/drawing/2014/main" id="{D04F9DC3-E186-D5F4-14C7-36E332F77EA1}"/>
                </a:ext>
              </a:extLst>
            </p:cNvPr>
            <p:cNvSpPr txBox="1"/>
            <p:nvPr/>
          </p:nvSpPr>
          <p:spPr>
            <a:xfrm>
              <a:off x="5569355" y="5029969"/>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624B87F6-D5AE-8B9B-4729-C9C6AAE983FC}"/>
                </a:ext>
              </a:extLst>
            </p:cNvPr>
            <p:cNvSpPr/>
            <p:nvPr/>
          </p:nvSpPr>
          <p:spPr>
            <a:xfrm>
              <a:off x="5224464" y="5043378"/>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ED17D637-4D36-FF19-4C4A-45CD8E45672C}"/>
                </a:ext>
              </a:extLst>
            </p:cNvPr>
            <p:cNvGrpSpPr/>
            <p:nvPr/>
          </p:nvGrpSpPr>
          <p:grpSpPr>
            <a:xfrm>
              <a:off x="5407529" y="5317932"/>
              <a:ext cx="2195651" cy="246221"/>
              <a:chOff x="432780" y="1274111"/>
              <a:chExt cx="2356310" cy="264237"/>
            </a:xfrm>
          </p:grpSpPr>
          <p:sp>
            <p:nvSpPr>
              <p:cNvPr id="89" name="TextBox 88">
                <a:extLst>
                  <a:ext uri="{FF2B5EF4-FFF2-40B4-BE49-F238E27FC236}">
                    <a16:creationId xmlns:a16="http://schemas.microsoft.com/office/drawing/2014/main" id="{7DCDE120-D6DE-83A5-7127-FB048232DA90}"/>
                  </a:ext>
                </a:extLst>
              </p:cNvPr>
              <p:cNvSpPr txBox="1"/>
              <p:nvPr/>
            </p:nvSpPr>
            <p:spPr>
              <a:xfrm>
                <a:off x="571762" y="1274111"/>
                <a:ext cx="1373141" cy="264237"/>
              </a:xfrm>
              <a:prstGeom prst="rect">
                <a:avLst/>
              </a:prstGeom>
              <a:noFill/>
            </p:spPr>
            <p:txBody>
              <a:bodyPr wrap="none" rtlCol="0">
                <a:spAutoFit/>
              </a:bodyPr>
              <a:lstStyle/>
              <a:p>
                <a:r>
                  <a:rPr lang="en-US" sz="1000"/>
                  <a:t>updateTask(taskInfo)</a:t>
                </a:r>
              </a:p>
            </p:txBody>
          </p:sp>
          <p:cxnSp>
            <p:nvCxnSpPr>
              <p:cNvPr id="90" name="Straight Arrow Connector 89">
                <a:extLst>
                  <a:ext uri="{FF2B5EF4-FFF2-40B4-BE49-F238E27FC236}">
                    <a16:creationId xmlns:a16="http://schemas.microsoft.com/office/drawing/2014/main" id="{89232ABE-3FA7-2E99-BB20-10FCA00EA1C6}"/>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B7589E98-F2A5-BE78-F374-2007F7D0444A}"/>
                </a:ext>
              </a:extLst>
            </p:cNvPr>
            <p:cNvSpPr/>
            <p:nvPr/>
          </p:nvSpPr>
          <p:spPr>
            <a:xfrm>
              <a:off x="7608025" y="555790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8E1DF42E-DC4D-F8D6-ABA4-83FB0282AE5F}"/>
                </a:ext>
              </a:extLst>
            </p:cNvPr>
            <p:cNvGrpSpPr/>
            <p:nvPr/>
          </p:nvGrpSpPr>
          <p:grpSpPr>
            <a:xfrm>
              <a:off x="5404792" y="5562422"/>
              <a:ext cx="2198388" cy="246221"/>
              <a:chOff x="1505858" y="2498990"/>
              <a:chExt cx="2359245" cy="264237"/>
            </a:xfrm>
          </p:grpSpPr>
          <p:sp>
            <p:nvSpPr>
              <p:cNvPr id="94" name="TextBox 93">
                <a:extLst>
                  <a:ext uri="{FF2B5EF4-FFF2-40B4-BE49-F238E27FC236}">
                    <a16:creationId xmlns:a16="http://schemas.microsoft.com/office/drawing/2014/main" id="{26CFD8FC-CCC5-FABC-DFE0-F0AD963A6394}"/>
                  </a:ext>
                </a:extLst>
              </p:cNvPr>
              <p:cNvSpPr txBox="1"/>
              <p:nvPr/>
            </p:nvSpPr>
            <p:spPr>
              <a:xfrm>
                <a:off x="2451359" y="2498990"/>
                <a:ext cx="915542" cy="264237"/>
              </a:xfrm>
              <a:prstGeom prst="rect">
                <a:avLst/>
              </a:prstGeom>
              <a:noFill/>
            </p:spPr>
            <p:txBody>
              <a:bodyPr wrap="none" rtlCol="0">
                <a:spAutoFit/>
              </a:bodyPr>
              <a:lstStyle/>
              <a:p>
                <a:r>
                  <a:rPr lang="en-US" sz="1000"/>
                  <a:t>updatedTask</a:t>
                </a:r>
              </a:p>
            </p:txBody>
          </p:sp>
          <p:cxnSp>
            <p:nvCxnSpPr>
              <p:cNvPr id="95" name="Straight Arrow Connector 94">
                <a:extLst>
                  <a:ext uri="{FF2B5EF4-FFF2-40B4-BE49-F238E27FC236}">
                    <a16:creationId xmlns:a16="http://schemas.microsoft.com/office/drawing/2014/main" id="{1596FB2D-AABE-5F06-D7F9-3F8A15066DFE}"/>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5ECA3D46-A61B-F076-7FB8-90C09718B2FB}"/>
                </a:ext>
              </a:extLst>
            </p:cNvPr>
            <p:cNvGrpSpPr/>
            <p:nvPr/>
          </p:nvGrpSpPr>
          <p:grpSpPr>
            <a:xfrm>
              <a:off x="2518869" y="2689821"/>
              <a:ext cx="1061754" cy="246221"/>
              <a:chOff x="5224464" y="3479392"/>
              <a:chExt cx="1061754" cy="246221"/>
            </a:xfrm>
          </p:grpSpPr>
          <p:sp>
            <p:nvSpPr>
              <p:cNvPr id="10" name="TextBox 9">
                <a:extLst>
                  <a:ext uri="{FF2B5EF4-FFF2-40B4-BE49-F238E27FC236}">
                    <a16:creationId xmlns:a16="http://schemas.microsoft.com/office/drawing/2014/main" id="{571CD92E-6F7F-7CF0-793B-F83442436EBC}"/>
                  </a:ext>
                </a:extLst>
              </p:cNvPr>
              <p:cNvSpPr txBox="1"/>
              <p:nvPr/>
            </p:nvSpPr>
            <p:spPr>
              <a:xfrm>
                <a:off x="5569355" y="3479392"/>
                <a:ext cx="716863" cy="246221"/>
              </a:xfrm>
              <a:prstGeom prst="rect">
                <a:avLst/>
              </a:prstGeom>
              <a:noFill/>
            </p:spPr>
            <p:txBody>
              <a:bodyPr wrap="none" rtlCol="0">
                <a:spAutoFit/>
              </a:bodyPr>
              <a:lstStyle/>
              <a:p>
                <a:r>
                  <a:rPr lang="en-US" sz="1000"/>
                  <a:t>check role</a:t>
                </a:r>
              </a:p>
            </p:txBody>
          </p:sp>
          <p:sp>
            <p:nvSpPr>
              <p:cNvPr id="11" name="Arc 10">
                <a:extLst>
                  <a:ext uri="{FF2B5EF4-FFF2-40B4-BE49-F238E27FC236}">
                    <a16:creationId xmlns:a16="http://schemas.microsoft.com/office/drawing/2014/main" id="{D99AA28C-97D5-7D7C-3E07-8C36D7F0E827}"/>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18" name="Group 17">
              <a:extLst>
                <a:ext uri="{FF2B5EF4-FFF2-40B4-BE49-F238E27FC236}">
                  <a16:creationId xmlns:a16="http://schemas.microsoft.com/office/drawing/2014/main" id="{085355F6-D560-329F-B412-786CE5D2CB0D}"/>
                </a:ext>
              </a:extLst>
            </p:cNvPr>
            <p:cNvGrpSpPr/>
            <p:nvPr/>
          </p:nvGrpSpPr>
          <p:grpSpPr>
            <a:xfrm>
              <a:off x="5407529" y="4312609"/>
              <a:ext cx="2195650" cy="246221"/>
              <a:chOff x="432780" y="1274111"/>
              <a:chExt cx="2356310" cy="264237"/>
            </a:xfrm>
          </p:grpSpPr>
          <p:sp>
            <p:nvSpPr>
              <p:cNvPr id="21" name="TextBox 20">
                <a:extLst>
                  <a:ext uri="{FF2B5EF4-FFF2-40B4-BE49-F238E27FC236}">
                    <a16:creationId xmlns:a16="http://schemas.microsoft.com/office/drawing/2014/main" id="{9D8D18AD-CF06-E076-5FAA-38174687E280}"/>
                  </a:ext>
                </a:extLst>
              </p:cNvPr>
              <p:cNvSpPr txBox="1"/>
              <p:nvPr/>
            </p:nvSpPr>
            <p:spPr>
              <a:xfrm>
                <a:off x="571762" y="1274111"/>
                <a:ext cx="1906434" cy="264237"/>
              </a:xfrm>
              <a:prstGeom prst="rect">
                <a:avLst/>
              </a:prstGeom>
              <a:noFill/>
            </p:spPr>
            <p:txBody>
              <a:bodyPr wrap="none" rtlCol="0">
                <a:spAutoFit/>
              </a:bodyPr>
              <a:lstStyle/>
              <a:p>
                <a:r>
                  <a:rPr lang="en-US" sz="1000"/>
                  <a:t>findProjectById(task.projectId)</a:t>
                </a:r>
              </a:p>
            </p:txBody>
          </p:sp>
          <p:cxnSp>
            <p:nvCxnSpPr>
              <p:cNvPr id="23" name="Straight Arrow Connector 22">
                <a:extLst>
                  <a:ext uri="{FF2B5EF4-FFF2-40B4-BE49-F238E27FC236}">
                    <a16:creationId xmlns:a16="http://schemas.microsoft.com/office/drawing/2014/main" id="{3F425B20-735F-49BE-BAF1-C09F98A9BE3B}"/>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11FD26EF-638C-FEBE-CBD5-A854CC9F2E75}"/>
                </a:ext>
              </a:extLst>
            </p:cNvPr>
            <p:cNvSpPr/>
            <p:nvPr/>
          </p:nvSpPr>
          <p:spPr>
            <a:xfrm>
              <a:off x="7608025" y="455258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CE302512-6152-31F1-C74E-43034FB4F427}"/>
                </a:ext>
              </a:extLst>
            </p:cNvPr>
            <p:cNvGrpSpPr/>
            <p:nvPr/>
          </p:nvGrpSpPr>
          <p:grpSpPr>
            <a:xfrm>
              <a:off x="5404792" y="4557099"/>
              <a:ext cx="2198388" cy="246221"/>
              <a:chOff x="1505858" y="2498990"/>
              <a:chExt cx="2359245" cy="264237"/>
            </a:xfrm>
          </p:grpSpPr>
          <p:sp>
            <p:nvSpPr>
              <p:cNvPr id="34" name="TextBox 33">
                <a:extLst>
                  <a:ext uri="{FF2B5EF4-FFF2-40B4-BE49-F238E27FC236}">
                    <a16:creationId xmlns:a16="http://schemas.microsoft.com/office/drawing/2014/main" id="{D87A31F5-9746-8069-C3B3-69665AF66FD1}"/>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C3282690-FFDE-C350-9C40-AB817312E8E9}"/>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409912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717DB-7263-04D2-24CD-D6EA5FA371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61D772-A070-09D5-8BA1-D22CE076A76D}"/>
              </a:ext>
            </a:extLst>
          </p:cNvPr>
          <p:cNvSpPr>
            <a:spLocks noGrp="1"/>
          </p:cNvSpPr>
          <p:nvPr>
            <p:ph type="sldNum" sz="quarter" idx="12"/>
          </p:nvPr>
        </p:nvSpPr>
        <p:spPr/>
        <p:txBody>
          <a:bodyPr/>
          <a:lstStyle/>
          <a:p>
            <a:fld id="{9EA0BE3B-158A-4EDF-80DC-E394A0D1600F}" type="slidenum">
              <a:rPr lang="en-US" smtClean="0"/>
              <a:pPr/>
              <a:t>25</a:t>
            </a:fld>
            <a:endParaRPr lang="en-US"/>
          </a:p>
        </p:txBody>
      </p:sp>
      <p:sp>
        <p:nvSpPr>
          <p:cNvPr id="3" name="Title 2">
            <a:extLst>
              <a:ext uri="{FF2B5EF4-FFF2-40B4-BE49-F238E27FC236}">
                <a16:creationId xmlns:a16="http://schemas.microsoft.com/office/drawing/2014/main" id="{29669197-34AF-98B0-4515-68E2EE0B72B4}"/>
              </a:ext>
            </a:extLst>
          </p:cNvPr>
          <p:cNvSpPr>
            <a:spLocks noGrp="1"/>
          </p:cNvSpPr>
          <p:nvPr>
            <p:ph type="title"/>
          </p:nvPr>
        </p:nvSpPr>
        <p:spPr/>
        <p:txBody>
          <a:bodyPr/>
          <a:lstStyle/>
          <a:p>
            <a:r>
              <a:rPr lang="en-US"/>
              <a:t>Upload báo cáo</a:t>
            </a:r>
          </a:p>
        </p:txBody>
      </p:sp>
      <p:grpSp>
        <p:nvGrpSpPr>
          <p:cNvPr id="67" name="Group 66">
            <a:extLst>
              <a:ext uri="{FF2B5EF4-FFF2-40B4-BE49-F238E27FC236}">
                <a16:creationId xmlns:a16="http://schemas.microsoft.com/office/drawing/2014/main" id="{4E640E65-5463-DE2E-EA92-FF2F812572FD}"/>
              </a:ext>
            </a:extLst>
          </p:cNvPr>
          <p:cNvGrpSpPr/>
          <p:nvPr/>
        </p:nvGrpSpPr>
        <p:grpSpPr>
          <a:xfrm>
            <a:off x="182717" y="686850"/>
            <a:ext cx="8742066" cy="5938439"/>
            <a:chOff x="249232" y="795735"/>
            <a:chExt cx="8742066" cy="5938439"/>
          </a:xfrm>
        </p:grpSpPr>
        <p:sp>
          <p:nvSpPr>
            <p:cNvPr id="15" name="Rectangle 14">
              <a:extLst>
                <a:ext uri="{FF2B5EF4-FFF2-40B4-BE49-F238E27FC236}">
                  <a16:creationId xmlns:a16="http://schemas.microsoft.com/office/drawing/2014/main" id="{FBBCD5CE-4FF4-687B-D546-A06AFF6BD884}"/>
                </a:ext>
              </a:extLst>
            </p:cNvPr>
            <p:cNvSpPr/>
            <p:nvPr/>
          </p:nvSpPr>
          <p:spPr>
            <a:xfrm>
              <a:off x="249232" y="795735"/>
              <a:ext cx="8742065" cy="59384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55FE96DF-1BB9-5480-D5B9-A6A5DC90020F}"/>
                </a:ext>
              </a:extLst>
            </p:cNvPr>
            <p:cNvCxnSpPr>
              <a:cxnSpLocks/>
              <a:stCxn id="19" idx="2"/>
            </p:cNvCxnSpPr>
            <p:nvPr/>
          </p:nvCxnSpPr>
          <p:spPr>
            <a:xfrm>
              <a:off x="2691882" y="1968548"/>
              <a:ext cx="0" cy="4688284"/>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B1545DC-801F-57FD-73E4-F361672CAE22}"/>
                </a:ext>
              </a:extLst>
            </p:cNvPr>
            <p:cNvCxnSpPr>
              <a:cxnSpLocks/>
            </p:cNvCxnSpPr>
            <p:nvPr/>
          </p:nvCxnSpPr>
          <p:spPr>
            <a:xfrm>
              <a:off x="5395085" y="1971442"/>
              <a:ext cx="0" cy="467224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701DF42-8692-CB8E-4F46-9F8D063CA996}"/>
                </a:ext>
              </a:extLst>
            </p:cNvPr>
            <p:cNvCxnSpPr>
              <a:cxnSpLocks/>
            </p:cNvCxnSpPr>
            <p:nvPr/>
          </p:nvCxnSpPr>
          <p:spPr>
            <a:xfrm>
              <a:off x="7404711" y="1968549"/>
              <a:ext cx="0" cy="471323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2D7FC16-6AAA-7130-2F92-F3B47DBD9348}"/>
                </a:ext>
              </a:extLst>
            </p:cNvPr>
            <p:cNvCxnSpPr>
              <a:cxnSpLocks/>
            </p:cNvCxnSpPr>
            <p:nvPr/>
          </p:nvCxnSpPr>
          <p:spPr>
            <a:xfrm>
              <a:off x="1300342" y="1968549"/>
              <a:ext cx="0" cy="469418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6A77715-2384-7691-3DED-0C71168142A6}"/>
                </a:ext>
              </a:extLst>
            </p:cNvPr>
            <p:cNvSpPr/>
            <p:nvPr/>
          </p:nvSpPr>
          <p:spPr>
            <a:xfrm>
              <a:off x="2105536" y="144586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F2CE9701-32BD-A7C3-DEF0-115C8A2A81E1}"/>
                </a:ext>
              </a:extLst>
            </p:cNvPr>
            <p:cNvSpPr/>
            <p:nvPr/>
          </p:nvSpPr>
          <p:spPr>
            <a:xfrm>
              <a:off x="4808740" y="144658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87847E4E-6E0D-BF87-4D78-7DFEF01DF225}"/>
                </a:ext>
              </a:extLst>
            </p:cNvPr>
            <p:cNvSpPr/>
            <p:nvPr/>
          </p:nvSpPr>
          <p:spPr>
            <a:xfrm>
              <a:off x="6818365" y="144586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272A8AC-9B70-2778-9300-727DF9990C3C}"/>
                </a:ext>
              </a:extLst>
            </p:cNvPr>
            <p:cNvGrpSpPr/>
            <p:nvPr/>
          </p:nvGrpSpPr>
          <p:grpSpPr>
            <a:xfrm>
              <a:off x="284287" y="1205308"/>
              <a:ext cx="2014874" cy="808020"/>
              <a:chOff x="-673419" y="924202"/>
              <a:chExt cx="2162304" cy="867143"/>
            </a:xfrm>
          </p:grpSpPr>
          <p:grpSp>
            <p:nvGrpSpPr>
              <p:cNvPr id="73" name="Group 72">
                <a:extLst>
                  <a:ext uri="{FF2B5EF4-FFF2-40B4-BE49-F238E27FC236}">
                    <a16:creationId xmlns:a16="http://schemas.microsoft.com/office/drawing/2014/main" id="{F07FEEEE-70FE-CA19-CC24-62B786D15016}"/>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5C252F52-753A-9CFC-073D-9F5D0E02E773}"/>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031B82F0-456D-55D6-7AA9-70E01EFF1B9D}"/>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55D2530-C7BE-B5B5-FEE5-3AF211F54CEE}"/>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E4851D6-438C-DBB1-9947-26E1B018CB01}"/>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1A8A5A7-E2EA-4F4E-C3AA-C6BE2ED608E5}"/>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94AAB618-74D3-6148-2732-520946606DFA}"/>
                  </a:ext>
                </a:extLst>
              </p:cNvPr>
              <p:cNvSpPr txBox="1"/>
              <p:nvPr/>
            </p:nvSpPr>
            <p:spPr>
              <a:xfrm>
                <a:off x="-673419" y="1527108"/>
                <a:ext cx="2162304" cy="264237"/>
              </a:xfrm>
              <a:prstGeom prst="rect">
                <a:avLst/>
              </a:prstGeom>
              <a:noFill/>
            </p:spPr>
            <p:txBody>
              <a:bodyPr wrap="square" rtlCol="0">
                <a:spAutoFit/>
              </a:bodyPr>
              <a:lstStyle/>
              <a:p>
                <a:pPr algn="ctr"/>
                <a:r>
                  <a:rPr lang="en-US" sz="1000" b="1"/>
                  <a:t>OWNER/LEADER/ASSIGNEE</a:t>
                </a:r>
              </a:p>
            </p:txBody>
          </p:sp>
        </p:grpSp>
        <p:sp>
          <p:nvSpPr>
            <p:cNvPr id="25" name="Rectangle 24">
              <a:extLst>
                <a:ext uri="{FF2B5EF4-FFF2-40B4-BE49-F238E27FC236}">
                  <a16:creationId xmlns:a16="http://schemas.microsoft.com/office/drawing/2014/main" id="{763A10AA-0F21-CDCE-E6BC-628A89EA7737}"/>
                </a:ext>
              </a:extLst>
            </p:cNvPr>
            <p:cNvSpPr/>
            <p:nvPr/>
          </p:nvSpPr>
          <p:spPr>
            <a:xfrm>
              <a:off x="2629752" y="2239493"/>
              <a:ext cx="124257" cy="430793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5583A748-5C52-C048-04C8-5122459FC627}"/>
                </a:ext>
              </a:extLst>
            </p:cNvPr>
            <p:cNvGrpSpPr/>
            <p:nvPr/>
          </p:nvGrpSpPr>
          <p:grpSpPr>
            <a:xfrm>
              <a:off x="1310332" y="2013328"/>
              <a:ext cx="1316179" cy="246221"/>
              <a:chOff x="432780" y="1666816"/>
              <a:chExt cx="1412485" cy="264237"/>
            </a:xfrm>
          </p:grpSpPr>
          <p:sp>
            <p:nvSpPr>
              <p:cNvPr id="70" name="TextBox 69">
                <a:extLst>
                  <a:ext uri="{FF2B5EF4-FFF2-40B4-BE49-F238E27FC236}">
                    <a16:creationId xmlns:a16="http://schemas.microsoft.com/office/drawing/2014/main" id="{6A72C521-B4AC-8B3E-EE4E-DA93DEEA9630}"/>
                  </a:ext>
                </a:extLst>
              </p:cNvPr>
              <p:cNvSpPr txBox="1"/>
              <p:nvPr/>
            </p:nvSpPr>
            <p:spPr>
              <a:xfrm>
                <a:off x="573041" y="1666816"/>
                <a:ext cx="1263042" cy="264237"/>
              </a:xfrm>
              <a:prstGeom prst="rect">
                <a:avLst/>
              </a:prstGeom>
              <a:noFill/>
            </p:spPr>
            <p:txBody>
              <a:bodyPr wrap="none" rtlCol="0">
                <a:spAutoFit/>
              </a:bodyPr>
              <a:lstStyle/>
              <a:p>
                <a:r>
                  <a:rPr lang="en-US" sz="1000"/>
                  <a:t>Click “Attachment”</a:t>
                </a:r>
              </a:p>
            </p:txBody>
          </p:sp>
          <p:cxnSp>
            <p:nvCxnSpPr>
              <p:cNvPr id="72" name="Straight Arrow Connector 71">
                <a:extLst>
                  <a:ext uri="{FF2B5EF4-FFF2-40B4-BE49-F238E27FC236}">
                    <a16:creationId xmlns:a16="http://schemas.microsoft.com/office/drawing/2014/main" id="{28B1FF89-14F4-C4A5-D4E7-3155A953F266}"/>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7D7C997A-864B-F5F9-E772-41ADC7F4AAE0}"/>
                </a:ext>
              </a:extLst>
            </p:cNvPr>
            <p:cNvSpPr/>
            <p:nvPr/>
          </p:nvSpPr>
          <p:spPr>
            <a:xfrm>
              <a:off x="5331231" y="3034988"/>
              <a:ext cx="124257" cy="338962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10D83439-B1BA-BC44-408C-611DB2C3CAC5}"/>
                </a:ext>
              </a:extLst>
            </p:cNvPr>
            <p:cNvGrpSpPr/>
            <p:nvPr/>
          </p:nvGrpSpPr>
          <p:grpSpPr>
            <a:xfrm>
              <a:off x="2716995" y="2660041"/>
              <a:ext cx="2603397" cy="400110"/>
              <a:chOff x="257570" y="1508109"/>
              <a:chExt cx="2793890" cy="429386"/>
            </a:xfrm>
          </p:grpSpPr>
          <p:sp>
            <p:nvSpPr>
              <p:cNvPr id="66" name="TextBox 65">
                <a:extLst>
                  <a:ext uri="{FF2B5EF4-FFF2-40B4-BE49-F238E27FC236}">
                    <a16:creationId xmlns:a16="http://schemas.microsoft.com/office/drawing/2014/main" id="{22C2BFAD-2090-49DA-9241-2B9732F7EE35}"/>
                  </a:ext>
                </a:extLst>
              </p:cNvPr>
              <p:cNvSpPr txBox="1"/>
              <p:nvPr/>
            </p:nvSpPr>
            <p:spPr>
              <a:xfrm>
                <a:off x="257570" y="1508109"/>
                <a:ext cx="2568741" cy="429386"/>
              </a:xfrm>
              <a:prstGeom prst="rect">
                <a:avLst/>
              </a:prstGeom>
              <a:noFill/>
            </p:spPr>
            <p:txBody>
              <a:bodyPr wrap="square" rtlCol="0">
                <a:spAutoFit/>
              </a:bodyPr>
              <a:lstStyle/>
              <a:p>
                <a:r>
                  <a:rPr lang="en-US" sz="1000"/>
                  <a:t>POST /api/tasks/:taskId/attachments {appToken, file}</a:t>
                </a:r>
              </a:p>
            </p:txBody>
          </p:sp>
          <p:cxnSp>
            <p:nvCxnSpPr>
              <p:cNvPr id="68" name="Straight Arrow Connector 67">
                <a:extLst>
                  <a:ext uri="{FF2B5EF4-FFF2-40B4-BE49-F238E27FC236}">
                    <a16:creationId xmlns:a16="http://schemas.microsoft.com/office/drawing/2014/main" id="{66481E79-25B6-2F63-6A76-52112C200385}"/>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333B3CB-4EF7-183B-3A38-2719DE44D44F}"/>
                </a:ext>
              </a:extLst>
            </p:cNvPr>
            <p:cNvGrpSpPr/>
            <p:nvPr/>
          </p:nvGrpSpPr>
          <p:grpSpPr>
            <a:xfrm>
              <a:off x="5465357" y="4331859"/>
              <a:ext cx="1880799" cy="246221"/>
              <a:chOff x="432780" y="1274111"/>
              <a:chExt cx="2018421" cy="264237"/>
            </a:xfrm>
          </p:grpSpPr>
          <p:sp>
            <p:nvSpPr>
              <p:cNvPr id="64" name="TextBox 63">
                <a:extLst>
                  <a:ext uri="{FF2B5EF4-FFF2-40B4-BE49-F238E27FC236}">
                    <a16:creationId xmlns:a16="http://schemas.microsoft.com/office/drawing/2014/main" id="{CF7188E6-6298-4702-AF0F-95F6B5D4B7E1}"/>
                  </a:ext>
                </a:extLst>
              </p:cNvPr>
              <p:cNvSpPr txBox="1"/>
              <p:nvPr/>
            </p:nvSpPr>
            <p:spPr>
              <a:xfrm>
                <a:off x="571762" y="1274111"/>
                <a:ext cx="1092733" cy="264237"/>
              </a:xfrm>
              <a:prstGeom prst="rect">
                <a:avLst/>
              </a:prstGeom>
              <a:noFill/>
            </p:spPr>
            <p:txBody>
              <a:bodyPr wrap="none" rtlCol="0">
                <a:spAutoFit/>
              </a:bodyPr>
              <a:lstStyle/>
              <a:p>
                <a:r>
                  <a:rPr lang="en-US" sz="1000"/>
                  <a:t>findTaskById(id)</a:t>
                </a:r>
              </a:p>
            </p:txBody>
          </p:sp>
          <p:cxnSp>
            <p:nvCxnSpPr>
              <p:cNvPr id="65" name="Straight Arrow Connector 64">
                <a:extLst>
                  <a:ext uri="{FF2B5EF4-FFF2-40B4-BE49-F238E27FC236}">
                    <a16:creationId xmlns:a16="http://schemas.microsoft.com/office/drawing/2014/main" id="{9B2A6D8A-480E-8990-B89D-4C3EA67A91A0}"/>
                  </a:ext>
                </a:extLst>
              </p:cNvPr>
              <p:cNvCxnSpPr>
                <a:cxnSpLocks/>
              </p:cNvCxnSpPr>
              <p:nvPr/>
            </p:nvCxnSpPr>
            <p:spPr>
              <a:xfrm>
                <a:off x="432780" y="1538348"/>
                <a:ext cx="20184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C200CE80-0617-3969-CF59-3D79A32A3FDB}"/>
                </a:ext>
              </a:extLst>
            </p:cNvPr>
            <p:cNvSpPr/>
            <p:nvPr/>
          </p:nvSpPr>
          <p:spPr>
            <a:xfrm>
              <a:off x="7351022" y="457183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03608364-6E17-506F-A9A5-C1300B350A06}"/>
                </a:ext>
              </a:extLst>
            </p:cNvPr>
            <p:cNvGrpSpPr/>
            <p:nvPr/>
          </p:nvGrpSpPr>
          <p:grpSpPr>
            <a:xfrm>
              <a:off x="5462620" y="4576349"/>
              <a:ext cx="1888299" cy="246221"/>
              <a:chOff x="1505858" y="2498990"/>
              <a:chExt cx="2026467" cy="264237"/>
            </a:xfrm>
          </p:grpSpPr>
          <p:sp>
            <p:nvSpPr>
              <p:cNvPr id="62" name="TextBox 61">
                <a:extLst>
                  <a:ext uri="{FF2B5EF4-FFF2-40B4-BE49-F238E27FC236}">
                    <a16:creationId xmlns:a16="http://schemas.microsoft.com/office/drawing/2014/main" id="{1D2A3CC2-20B8-3E07-DFC5-A3CE3B43E945}"/>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63" name="Straight Arrow Connector 62">
                <a:extLst>
                  <a:ext uri="{FF2B5EF4-FFF2-40B4-BE49-F238E27FC236}">
                    <a16:creationId xmlns:a16="http://schemas.microsoft.com/office/drawing/2014/main" id="{612E6E0E-B3D1-94CD-4736-ABE3049AF8D0}"/>
                  </a:ext>
                </a:extLst>
              </p:cNvPr>
              <p:cNvCxnSpPr>
                <a:cxnSpLocks/>
              </p:cNvCxnSpPr>
              <p:nvPr/>
            </p:nvCxnSpPr>
            <p:spPr>
              <a:xfrm>
                <a:off x="1505858" y="2742599"/>
                <a:ext cx="20264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A22F56FD-88F6-2A17-B6E3-3D378ACF846C}"/>
                </a:ext>
              </a:extLst>
            </p:cNvPr>
            <p:cNvGrpSpPr/>
            <p:nvPr/>
          </p:nvGrpSpPr>
          <p:grpSpPr>
            <a:xfrm>
              <a:off x="2750769" y="6170735"/>
              <a:ext cx="2583909" cy="246221"/>
              <a:chOff x="868963" y="2498990"/>
              <a:chExt cx="2772976" cy="264237"/>
            </a:xfrm>
          </p:grpSpPr>
          <p:sp>
            <p:nvSpPr>
              <p:cNvPr id="60" name="TextBox 59">
                <a:extLst>
                  <a:ext uri="{FF2B5EF4-FFF2-40B4-BE49-F238E27FC236}">
                    <a16:creationId xmlns:a16="http://schemas.microsoft.com/office/drawing/2014/main" id="{973E41E0-E718-AC53-BA81-EA874FC47B51}"/>
                  </a:ext>
                </a:extLst>
              </p:cNvPr>
              <p:cNvSpPr txBox="1"/>
              <p:nvPr/>
            </p:nvSpPr>
            <p:spPr>
              <a:xfrm>
                <a:off x="1794557" y="2498990"/>
                <a:ext cx="1192510" cy="264237"/>
              </a:xfrm>
              <a:prstGeom prst="rect">
                <a:avLst/>
              </a:prstGeom>
              <a:noFill/>
            </p:spPr>
            <p:txBody>
              <a:bodyPr wrap="none" rtlCol="0">
                <a:spAutoFit/>
              </a:bodyPr>
              <a:lstStyle/>
              <a:p>
                <a:r>
                  <a:rPr lang="en-US" sz="1000"/>
                  <a:t>200, updatedTask</a:t>
                </a:r>
              </a:p>
            </p:txBody>
          </p:sp>
          <p:cxnSp>
            <p:nvCxnSpPr>
              <p:cNvPr id="61" name="Straight Arrow Connector 60">
                <a:extLst>
                  <a:ext uri="{FF2B5EF4-FFF2-40B4-BE49-F238E27FC236}">
                    <a16:creationId xmlns:a16="http://schemas.microsoft.com/office/drawing/2014/main" id="{C2B627A0-389B-CF01-EE13-FA30C0618400}"/>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F0C82A0F-50DD-64EC-5FD1-B916DD7C91A5}"/>
                </a:ext>
              </a:extLst>
            </p:cNvPr>
            <p:cNvGrpSpPr/>
            <p:nvPr/>
          </p:nvGrpSpPr>
          <p:grpSpPr>
            <a:xfrm>
              <a:off x="5282292" y="3053362"/>
              <a:ext cx="1364722" cy="246221"/>
              <a:chOff x="5224464" y="3479392"/>
              <a:chExt cx="1364722" cy="246221"/>
            </a:xfrm>
          </p:grpSpPr>
          <p:sp>
            <p:nvSpPr>
              <p:cNvPr id="37" name="TextBox 36">
                <a:extLst>
                  <a:ext uri="{FF2B5EF4-FFF2-40B4-BE49-F238E27FC236}">
                    <a16:creationId xmlns:a16="http://schemas.microsoft.com/office/drawing/2014/main" id="{A0B153D9-3778-6FB0-416A-44A0D02B2EDD}"/>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D44AEAD3-7F11-2941-224E-7E6C3C877C0D}"/>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974FF55C-489B-AD90-2849-9378EBD511ED}"/>
                </a:ext>
              </a:extLst>
            </p:cNvPr>
            <p:cNvGrpSpPr/>
            <p:nvPr/>
          </p:nvGrpSpPr>
          <p:grpSpPr>
            <a:xfrm>
              <a:off x="1357991" y="2267567"/>
              <a:ext cx="1281450" cy="246221"/>
              <a:chOff x="1648293" y="-1503191"/>
              <a:chExt cx="1375215" cy="264237"/>
            </a:xfrm>
          </p:grpSpPr>
          <p:sp>
            <p:nvSpPr>
              <p:cNvPr id="58" name="TextBox 57">
                <a:extLst>
                  <a:ext uri="{FF2B5EF4-FFF2-40B4-BE49-F238E27FC236}">
                    <a16:creationId xmlns:a16="http://schemas.microsoft.com/office/drawing/2014/main" id="{8F37E9D7-3524-C8E5-D475-DC883DC5671E}"/>
                  </a:ext>
                </a:extLst>
              </p:cNvPr>
              <p:cNvSpPr txBox="1"/>
              <p:nvPr/>
            </p:nvSpPr>
            <p:spPr>
              <a:xfrm>
                <a:off x="1887292" y="-1503191"/>
                <a:ext cx="924143" cy="264237"/>
              </a:xfrm>
              <a:prstGeom prst="rect">
                <a:avLst/>
              </a:prstGeom>
              <a:noFill/>
            </p:spPr>
            <p:txBody>
              <a:bodyPr wrap="none" rtlCol="0">
                <a:spAutoFit/>
              </a:bodyPr>
              <a:lstStyle/>
              <a:p>
                <a:r>
                  <a:rPr lang="en-US" sz="1000"/>
                  <a:t>Upload Form</a:t>
                </a:r>
              </a:p>
            </p:txBody>
          </p:sp>
          <p:cxnSp>
            <p:nvCxnSpPr>
              <p:cNvPr id="59" name="Straight Arrow Connector 58">
                <a:extLst>
                  <a:ext uri="{FF2B5EF4-FFF2-40B4-BE49-F238E27FC236}">
                    <a16:creationId xmlns:a16="http://schemas.microsoft.com/office/drawing/2014/main" id="{E93C01B0-02FB-5A32-26D5-8E3D486C8E77}"/>
                  </a:ext>
                </a:extLst>
              </p:cNvPr>
              <p:cNvCxnSpPr>
                <a:cxnSpLocks/>
              </p:cNvCxnSpPr>
              <p:nvPr/>
            </p:nvCxnSpPr>
            <p:spPr>
              <a:xfrm>
                <a:off x="1648293" y="-1259581"/>
                <a:ext cx="137521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908D97DB-435A-6FB6-D93D-BB9E9BAA582B}"/>
                </a:ext>
              </a:extLst>
            </p:cNvPr>
            <p:cNvGrpSpPr/>
            <p:nvPr/>
          </p:nvGrpSpPr>
          <p:grpSpPr>
            <a:xfrm>
              <a:off x="1310332" y="2536079"/>
              <a:ext cx="1316179" cy="246221"/>
              <a:chOff x="432780" y="1666816"/>
              <a:chExt cx="1412485" cy="264237"/>
            </a:xfrm>
          </p:grpSpPr>
          <p:sp>
            <p:nvSpPr>
              <p:cNvPr id="55" name="TextBox 54">
                <a:extLst>
                  <a:ext uri="{FF2B5EF4-FFF2-40B4-BE49-F238E27FC236}">
                    <a16:creationId xmlns:a16="http://schemas.microsoft.com/office/drawing/2014/main" id="{61B756A4-C7F6-BF0D-B05C-AFB2601ED38D}"/>
                  </a:ext>
                </a:extLst>
              </p:cNvPr>
              <p:cNvSpPr txBox="1"/>
              <p:nvPr/>
            </p:nvSpPr>
            <p:spPr>
              <a:xfrm>
                <a:off x="757043" y="1666816"/>
                <a:ext cx="918983" cy="264237"/>
              </a:xfrm>
              <a:prstGeom prst="rect">
                <a:avLst/>
              </a:prstGeom>
              <a:noFill/>
            </p:spPr>
            <p:txBody>
              <a:bodyPr wrap="none" rtlCol="0">
                <a:spAutoFit/>
              </a:bodyPr>
              <a:lstStyle/>
              <a:p>
                <a:r>
                  <a:rPr lang="en-US" sz="1000"/>
                  <a:t>Submit Form</a:t>
                </a:r>
              </a:p>
            </p:txBody>
          </p:sp>
          <p:cxnSp>
            <p:nvCxnSpPr>
              <p:cNvPr id="57" name="Straight Arrow Connector 56">
                <a:extLst>
                  <a:ext uri="{FF2B5EF4-FFF2-40B4-BE49-F238E27FC236}">
                    <a16:creationId xmlns:a16="http://schemas.microsoft.com/office/drawing/2014/main" id="{8C218FE7-260D-6940-7124-1260B68AE91E}"/>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B8A55C32-3DBB-189D-D994-8FA65C3B2871}"/>
                </a:ext>
              </a:extLst>
            </p:cNvPr>
            <p:cNvGrpSpPr/>
            <p:nvPr/>
          </p:nvGrpSpPr>
          <p:grpSpPr>
            <a:xfrm>
              <a:off x="1302572" y="6285668"/>
              <a:ext cx="1330817" cy="246221"/>
              <a:chOff x="1588819" y="-1503191"/>
              <a:chExt cx="1428193" cy="264237"/>
            </a:xfrm>
          </p:grpSpPr>
          <p:sp>
            <p:nvSpPr>
              <p:cNvPr id="53" name="TextBox 52">
                <a:extLst>
                  <a:ext uri="{FF2B5EF4-FFF2-40B4-BE49-F238E27FC236}">
                    <a16:creationId xmlns:a16="http://schemas.microsoft.com/office/drawing/2014/main" id="{380E3F85-8C93-1DB9-78E8-26D86CB1C6F5}"/>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1A16223C-99F0-5FE0-8107-1C1C31712144}"/>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88A6F09D-9331-1677-8E8E-5EB787F8C090}"/>
                </a:ext>
              </a:extLst>
            </p:cNvPr>
            <p:cNvGrpSpPr/>
            <p:nvPr/>
          </p:nvGrpSpPr>
          <p:grpSpPr>
            <a:xfrm>
              <a:off x="249232" y="802025"/>
              <a:ext cx="2481593" cy="295234"/>
              <a:chOff x="390525" y="886128"/>
              <a:chExt cx="2481593" cy="295234"/>
            </a:xfrm>
          </p:grpSpPr>
          <p:sp>
            <p:nvSpPr>
              <p:cNvPr id="51" name="Rectangle: Single Corner Snipped 50">
                <a:extLst>
                  <a:ext uri="{FF2B5EF4-FFF2-40B4-BE49-F238E27FC236}">
                    <a16:creationId xmlns:a16="http://schemas.microsoft.com/office/drawing/2014/main" id="{4DBE2AD6-7F25-B094-12A2-0FB994135FA4}"/>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5F0AA775-8FB9-1F57-53BF-6EE401423A2D}"/>
                  </a:ext>
                </a:extLst>
              </p:cNvPr>
              <p:cNvSpPr txBox="1"/>
              <p:nvPr/>
            </p:nvSpPr>
            <p:spPr>
              <a:xfrm>
                <a:off x="929036" y="904363"/>
                <a:ext cx="1184042" cy="276999"/>
              </a:xfrm>
              <a:prstGeom prst="rect">
                <a:avLst/>
              </a:prstGeom>
              <a:noFill/>
            </p:spPr>
            <p:txBody>
              <a:bodyPr wrap="none" rtlCol="0">
                <a:spAutoFit/>
              </a:bodyPr>
              <a:lstStyle/>
              <a:p>
                <a:r>
                  <a:rPr lang="en-US" sz="1200" b="1"/>
                  <a:t>Upload báo cáo</a:t>
                </a:r>
              </a:p>
            </p:txBody>
          </p:sp>
        </p:grpSp>
        <p:sp>
          <p:nvSpPr>
            <p:cNvPr id="45" name="Rectangle 44">
              <a:extLst>
                <a:ext uri="{FF2B5EF4-FFF2-40B4-BE49-F238E27FC236}">
                  <a16:creationId xmlns:a16="http://schemas.microsoft.com/office/drawing/2014/main" id="{F5D54C40-6D04-EA20-07A0-8B04DF8B179F}"/>
                </a:ext>
              </a:extLst>
            </p:cNvPr>
            <p:cNvSpPr/>
            <p:nvPr/>
          </p:nvSpPr>
          <p:spPr>
            <a:xfrm>
              <a:off x="1233895" y="2486549"/>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4" name="TextBox 83">
              <a:extLst>
                <a:ext uri="{FF2B5EF4-FFF2-40B4-BE49-F238E27FC236}">
                  <a16:creationId xmlns:a16="http://schemas.microsoft.com/office/drawing/2014/main" id="{B7DDACCC-EE0A-5C13-817A-F835B67FFFBE}"/>
                </a:ext>
              </a:extLst>
            </p:cNvPr>
            <p:cNvSpPr txBox="1"/>
            <p:nvPr/>
          </p:nvSpPr>
          <p:spPr>
            <a:xfrm>
              <a:off x="5627183" y="5540710"/>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AF66D421-74D7-2DEF-D05D-F27513474E0E}"/>
                </a:ext>
              </a:extLst>
            </p:cNvPr>
            <p:cNvSpPr/>
            <p:nvPr/>
          </p:nvSpPr>
          <p:spPr>
            <a:xfrm>
              <a:off x="5282292" y="555411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6BFFACC2-B2FA-6E34-784F-5394C3F7B217}"/>
                </a:ext>
              </a:extLst>
            </p:cNvPr>
            <p:cNvGrpSpPr/>
            <p:nvPr/>
          </p:nvGrpSpPr>
          <p:grpSpPr>
            <a:xfrm>
              <a:off x="5465357" y="5774592"/>
              <a:ext cx="2006943" cy="246221"/>
              <a:chOff x="432780" y="1274111"/>
              <a:chExt cx="2153793" cy="264237"/>
            </a:xfrm>
          </p:grpSpPr>
          <p:sp>
            <p:nvSpPr>
              <p:cNvPr id="89" name="TextBox 88">
                <a:extLst>
                  <a:ext uri="{FF2B5EF4-FFF2-40B4-BE49-F238E27FC236}">
                    <a16:creationId xmlns:a16="http://schemas.microsoft.com/office/drawing/2014/main" id="{AAD47E7A-2C27-FBB9-CEEB-6FD9E29743CB}"/>
                  </a:ext>
                </a:extLst>
              </p:cNvPr>
              <p:cNvSpPr txBox="1"/>
              <p:nvPr/>
            </p:nvSpPr>
            <p:spPr>
              <a:xfrm>
                <a:off x="571762" y="1274111"/>
                <a:ext cx="2014811" cy="264237"/>
              </a:xfrm>
              <a:prstGeom prst="rect">
                <a:avLst/>
              </a:prstGeom>
              <a:noFill/>
            </p:spPr>
            <p:txBody>
              <a:bodyPr wrap="none" rtlCol="0">
                <a:spAutoFit/>
              </a:bodyPr>
              <a:lstStyle/>
              <a:p>
                <a:r>
                  <a:rPr lang="en-US" sz="1000"/>
                  <a:t>updateTaskAttachment (fileInfo)</a:t>
                </a:r>
              </a:p>
            </p:txBody>
          </p:sp>
          <p:cxnSp>
            <p:nvCxnSpPr>
              <p:cNvPr id="90" name="Straight Arrow Connector 89">
                <a:extLst>
                  <a:ext uri="{FF2B5EF4-FFF2-40B4-BE49-F238E27FC236}">
                    <a16:creationId xmlns:a16="http://schemas.microsoft.com/office/drawing/2014/main" id="{78BC25B0-ADCA-CA40-1A15-69AAB2180701}"/>
                  </a:ext>
                </a:extLst>
              </p:cNvPr>
              <p:cNvCxnSpPr>
                <a:cxnSpLocks/>
              </p:cNvCxnSpPr>
              <p:nvPr/>
            </p:nvCxnSpPr>
            <p:spPr>
              <a:xfrm>
                <a:off x="432780" y="1538348"/>
                <a:ext cx="2018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0D538596-C551-6B0C-8B49-C4BD52369ACC}"/>
                </a:ext>
              </a:extLst>
            </p:cNvPr>
            <p:cNvSpPr/>
            <p:nvPr/>
          </p:nvSpPr>
          <p:spPr>
            <a:xfrm>
              <a:off x="7351022" y="601456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9941EC3A-9FAC-0401-495C-05F0506CEE57}"/>
                </a:ext>
              </a:extLst>
            </p:cNvPr>
            <p:cNvGrpSpPr/>
            <p:nvPr/>
          </p:nvGrpSpPr>
          <p:grpSpPr>
            <a:xfrm>
              <a:off x="5462620" y="6019082"/>
              <a:ext cx="1876393" cy="246221"/>
              <a:chOff x="1505858" y="2498990"/>
              <a:chExt cx="2013689" cy="264237"/>
            </a:xfrm>
          </p:grpSpPr>
          <p:sp>
            <p:nvSpPr>
              <p:cNvPr id="94" name="TextBox 93">
                <a:extLst>
                  <a:ext uri="{FF2B5EF4-FFF2-40B4-BE49-F238E27FC236}">
                    <a16:creationId xmlns:a16="http://schemas.microsoft.com/office/drawing/2014/main" id="{EC3E0FC5-0348-372A-FF7D-62FB44F01980}"/>
                  </a:ext>
                </a:extLst>
              </p:cNvPr>
              <p:cNvSpPr txBox="1"/>
              <p:nvPr/>
            </p:nvSpPr>
            <p:spPr>
              <a:xfrm>
                <a:off x="2211641" y="2498990"/>
                <a:ext cx="915542" cy="264237"/>
              </a:xfrm>
              <a:prstGeom prst="rect">
                <a:avLst/>
              </a:prstGeom>
              <a:noFill/>
            </p:spPr>
            <p:txBody>
              <a:bodyPr wrap="none" rtlCol="0">
                <a:spAutoFit/>
              </a:bodyPr>
              <a:lstStyle/>
              <a:p>
                <a:r>
                  <a:rPr lang="en-US" sz="1000"/>
                  <a:t>updatedTask</a:t>
                </a:r>
              </a:p>
            </p:txBody>
          </p:sp>
          <p:cxnSp>
            <p:nvCxnSpPr>
              <p:cNvPr id="95" name="Straight Arrow Connector 94">
                <a:extLst>
                  <a:ext uri="{FF2B5EF4-FFF2-40B4-BE49-F238E27FC236}">
                    <a16:creationId xmlns:a16="http://schemas.microsoft.com/office/drawing/2014/main" id="{4D88474A-EE11-F9F6-55F4-92D2AEEE6FF2}"/>
                  </a:ext>
                </a:extLst>
              </p:cNvPr>
              <p:cNvCxnSpPr>
                <a:cxnSpLocks/>
              </p:cNvCxnSpPr>
              <p:nvPr/>
            </p:nvCxnSpPr>
            <p:spPr>
              <a:xfrm>
                <a:off x="1505858" y="2742599"/>
                <a:ext cx="2013689"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EF368359-C882-161D-60A8-19260F4BAAFC}"/>
                </a:ext>
              </a:extLst>
            </p:cNvPr>
            <p:cNvGrpSpPr/>
            <p:nvPr/>
          </p:nvGrpSpPr>
          <p:grpSpPr>
            <a:xfrm>
              <a:off x="5465357" y="4899550"/>
              <a:ext cx="1905954" cy="246221"/>
              <a:chOff x="432780" y="1274111"/>
              <a:chExt cx="2045416" cy="264237"/>
            </a:xfrm>
          </p:grpSpPr>
          <p:sp>
            <p:nvSpPr>
              <p:cNvPr id="21" name="TextBox 20">
                <a:extLst>
                  <a:ext uri="{FF2B5EF4-FFF2-40B4-BE49-F238E27FC236}">
                    <a16:creationId xmlns:a16="http://schemas.microsoft.com/office/drawing/2014/main" id="{D6922073-11E0-1561-09A3-02F74FA2D6BB}"/>
                  </a:ext>
                </a:extLst>
              </p:cNvPr>
              <p:cNvSpPr txBox="1"/>
              <p:nvPr/>
            </p:nvSpPr>
            <p:spPr>
              <a:xfrm>
                <a:off x="571762" y="1274111"/>
                <a:ext cx="1906434" cy="264237"/>
              </a:xfrm>
              <a:prstGeom prst="rect">
                <a:avLst/>
              </a:prstGeom>
              <a:noFill/>
            </p:spPr>
            <p:txBody>
              <a:bodyPr wrap="none" rtlCol="0">
                <a:spAutoFit/>
              </a:bodyPr>
              <a:lstStyle/>
              <a:p>
                <a:r>
                  <a:rPr lang="en-US" sz="1000"/>
                  <a:t>findProjectById(task.projectId)</a:t>
                </a:r>
              </a:p>
            </p:txBody>
          </p:sp>
          <p:cxnSp>
            <p:nvCxnSpPr>
              <p:cNvPr id="23" name="Straight Arrow Connector 22">
                <a:extLst>
                  <a:ext uri="{FF2B5EF4-FFF2-40B4-BE49-F238E27FC236}">
                    <a16:creationId xmlns:a16="http://schemas.microsoft.com/office/drawing/2014/main" id="{03682C39-E9CB-8E79-8EC9-D01ED09F2957}"/>
                  </a:ext>
                </a:extLst>
              </p:cNvPr>
              <p:cNvCxnSpPr>
                <a:cxnSpLocks/>
              </p:cNvCxnSpPr>
              <p:nvPr/>
            </p:nvCxnSpPr>
            <p:spPr>
              <a:xfrm>
                <a:off x="432780" y="1538348"/>
                <a:ext cx="20209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7D432D3-119A-8646-6E90-D85EA3E4BCA6}"/>
                </a:ext>
              </a:extLst>
            </p:cNvPr>
            <p:cNvSpPr/>
            <p:nvPr/>
          </p:nvSpPr>
          <p:spPr>
            <a:xfrm>
              <a:off x="7351022" y="5139524"/>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505F64E5-87D7-6A55-888B-E07BF14A639E}"/>
                </a:ext>
              </a:extLst>
            </p:cNvPr>
            <p:cNvGrpSpPr/>
            <p:nvPr/>
          </p:nvGrpSpPr>
          <p:grpSpPr>
            <a:xfrm>
              <a:off x="5462620" y="5144040"/>
              <a:ext cx="1938305" cy="246221"/>
              <a:chOff x="1505858" y="2498990"/>
              <a:chExt cx="2080132" cy="264237"/>
            </a:xfrm>
          </p:grpSpPr>
          <p:sp>
            <p:nvSpPr>
              <p:cNvPr id="34" name="TextBox 33">
                <a:extLst>
                  <a:ext uri="{FF2B5EF4-FFF2-40B4-BE49-F238E27FC236}">
                    <a16:creationId xmlns:a16="http://schemas.microsoft.com/office/drawing/2014/main" id="{8851322B-815F-99B0-1D2C-09604A5AB78F}"/>
                  </a:ext>
                </a:extLst>
              </p:cNvPr>
              <p:cNvSpPr txBox="1"/>
              <p:nvPr/>
            </p:nvSpPr>
            <p:spPr>
              <a:xfrm>
                <a:off x="2362570"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7ACC1E00-4528-54C7-AC22-37440CA946F0}"/>
                  </a:ext>
                </a:extLst>
              </p:cNvPr>
              <p:cNvCxnSpPr>
                <a:cxnSpLocks/>
              </p:cNvCxnSpPr>
              <p:nvPr/>
            </p:nvCxnSpPr>
            <p:spPr>
              <a:xfrm>
                <a:off x="1505858" y="2742599"/>
                <a:ext cx="208013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08008611-C1AF-44D6-2699-372659A6319F}"/>
                </a:ext>
              </a:extLst>
            </p:cNvPr>
            <p:cNvCxnSpPr>
              <a:cxnSpLocks/>
            </p:cNvCxnSpPr>
            <p:nvPr/>
          </p:nvCxnSpPr>
          <p:spPr>
            <a:xfrm>
              <a:off x="8486134" y="2013328"/>
              <a:ext cx="0" cy="453409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4F74F44F-4ACA-0C60-7AFD-DA72EA1578DC}"/>
                </a:ext>
              </a:extLst>
            </p:cNvPr>
            <p:cNvGrpSpPr/>
            <p:nvPr/>
          </p:nvGrpSpPr>
          <p:grpSpPr>
            <a:xfrm>
              <a:off x="7990734" y="1205307"/>
              <a:ext cx="1000564" cy="808020"/>
              <a:chOff x="-129155" y="924202"/>
              <a:chExt cx="1073776" cy="867143"/>
            </a:xfrm>
          </p:grpSpPr>
          <p:grpSp>
            <p:nvGrpSpPr>
              <p:cNvPr id="6" name="Group 5">
                <a:extLst>
                  <a:ext uri="{FF2B5EF4-FFF2-40B4-BE49-F238E27FC236}">
                    <a16:creationId xmlns:a16="http://schemas.microsoft.com/office/drawing/2014/main" id="{6E58AF88-4E74-D65E-4A51-11E4A21B2B59}"/>
                  </a:ext>
                </a:extLst>
              </p:cNvPr>
              <p:cNvGrpSpPr/>
              <p:nvPr/>
            </p:nvGrpSpPr>
            <p:grpSpPr>
              <a:xfrm>
                <a:off x="232341" y="924202"/>
                <a:ext cx="350785" cy="602906"/>
                <a:chOff x="1044226" y="1792224"/>
                <a:chExt cx="493522" cy="848233"/>
              </a:xfrm>
            </p:grpSpPr>
            <p:sp>
              <p:nvSpPr>
                <p:cNvPr id="12" name="Oval 11">
                  <a:extLst>
                    <a:ext uri="{FF2B5EF4-FFF2-40B4-BE49-F238E27FC236}">
                      <a16:creationId xmlns:a16="http://schemas.microsoft.com/office/drawing/2014/main" id="{FA1037EA-1FD4-6001-3DD7-4539A0CBDE95}"/>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3" name="Straight Connector 12">
                  <a:extLst>
                    <a:ext uri="{FF2B5EF4-FFF2-40B4-BE49-F238E27FC236}">
                      <a16:creationId xmlns:a16="http://schemas.microsoft.com/office/drawing/2014/main" id="{A01F3CD5-DCD5-5D3E-FE48-C44025675D1A}"/>
                    </a:ext>
                  </a:extLst>
                </p:cNvPr>
                <p:cNvCxnSpPr>
                  <a:cxnSpLocks/>
                  <a:stCxn id="12"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9CF1F-93E9-64BE-4FD6-19491573F10E}"/>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D240E8E-7157-5959-D9CD-281999D6A091}"/>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467FCF6-DD92-7B02-B3F3-A46EA6718CFE}"/>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C7EE38DE-CEA1-C6EB-0309-B1162E3E2C53}"/>
                  </a:ext>
                </a:extLst>
              </p:cNvPr>
              <p:cNvSpPr txBox="1"/>
              <p:nvPr/>
            </p:nvSpPr>
            <p:spPr>
              <a:xfrm>
                <a:off x="-129155" y="1527108"/>
                <a:ext cx="1073776" cy="264237"/>
              </a:xfrm>
              <a:prstGeom prst="rect">
                <a:avLst/>
              </a:prstGeom>
              <a:noFill/>
            </p:spPr>
            <p:txBody>
              <a:bodyPr wrap="square" rtlCol="0">
                <a:spAutoFit/>
              </a:bodyPr>
              <a:lstStyle/>
              <a:p>
                <a:pPr algn="ctr"/>
                <a:r>
                  <a:rPr lang="en-US" sz="1000" b="1"/>
                  <a:t>Cloudinary</a:t>
                </a:r>
              </a:p>
            </p:txBody>
          </p:sp>
        </p:grpSp>
        <p:grpSp>
          <p:nvGrpSpPr>
            <p:cNvPr id="118" name="Group 117">
              <a:extLst>
                <a:ext uri="{FF2B5EF4-FFF2-40B4-BE49-F238E27FC236}">
                  <a16:creationId xmlns:a16="http://schemas.microsoft.com/office/drawing/2014/main" id="{951EC97F-15D3-0C58-77FD-09E315532DFB}"/>
                </a:ext>
              </a:extLst>
            </p:cNvPr>
            <p:cNvGrpSpPr/>
            <p:nvPr/>
          </p:nvGrpSpPr>
          <p:grpSpPr>
            <a:xfrm>
              <a:off x="5465357" y="3744107"/>
              <a:ext cx="2954743" cy="246221"/>
              <a:chOff x="432780" y="1274111"/>
              <a:chExt cx="3170944" cy="264237"/>
            </a:xfrm>
          </p:grpSpPr>
          <p:sp>
            <p:nvSpPr>
              <p:cNvPr id="119" name="TextBox 118">
                <a:extLst>
                  <a:ext uri="{FF2B5EF4-FFF2-40B4-BE49-F238E27FC236}">
                    <a16:creationId xmlns:a16="http://schemas.microsoft.com/office/drawing/2014/main" id="{BF1358EA-A5BF-131D-CBE7-5B2CC88AC398}"/>
                  </a:ext>
                </a:extLst>
              </p:cNvPr>
              <p:cNvSpPr txBox="1"/>
              <p:nvPr/>
            </p:nvSpPr>
            <p:spPr>
              <a:xfrm>
                <a:off x="571762" y="1274111"/>
                <a:ext cx="896618" cy="264237"/>
              </a:xfrm>
              <a:prstGeom prst="rect">
                <a:avLst/>
              </a:prstGeom>
              <a:noFill/>
            </p:spPr>
            <p:txBody>
              <a:bodyPr wrap="none" rtlCol="0">
                <a:spAutoFit/>
              </a:bodyPr>
              <a:lstStyle/>
              <a:p>
                <a:r>
                  <a:rPr lang="en-US" sz="1000"/>
                  <a:t>saveFile(file)</a:t>
                </a:r>
              </a:p>
            </p:txBody>
          </p:sp>
          <p:cxnSp>
            <p:nvCxnSpPr>
              <p:cNvPr id="120" name="Straight Arrow Connector 119">
                <a:extLst>
                  <a:ext uri="{FF2B5EF4-FFF2-40B4-BE49-F238E27FC236}">
                    <a16:creationId xmlns:a16="http://schemas.microsoft.com/office/drawing/2014/main" id="{FC76F431-F0C0-7C50-37BD-E14D6B47D54C}"/>
                  </a:ext>
                </a:extLst>
              </p:cNvPr>
              <p:cNvCxnSpPr>
                <a:cxnSpLocks/>
              </p:cNvCxnSpPr>
              <p:nvPr/>
            </p:nvCxnSpPr>
            <p:spPr>
              <a:xfrm>
                <a:off x="432780" y="1538348"/>
                <a:ext cx="31709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1" name="Rectangle 120">
              <a:extLst>
                <a:ext uri="{FF2B5EF4-FFF2-40B4-BE49-F238E27FC236}">
                  <a16:creationId xmlns:a16="http://schemas.microsoft.com/office/drawing/2014/main" id="{104424E7-F037-E1B7-D372-F50CA53C2C60}"/>
                </a:ext>
              </a:extLst>
            </p:cNvPr>
            <p:cNvSpPr/>
            <p:nvPr/>
          </p:nvSpPr>
          <p:spPr>
            <a:xfrm>
              <a:off x="8430801" y="3984081"/>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22" name="Group 121">
              <a:extLst>
                <a:ext uri="{FF2B5EF4-FFF2-40B4-BE49-F238E27FC236}">
                  <a16:creationId xmlns:a16="http://schemas.microsoft.com/office/drawing/2014/main" id="{AAFB7720-BF29-81C7-5259-018E984ECC65}"/>
                </a:ext>
              </a:extLst>
            </p:cNvPr>
            <p:cNvGrpSpPr/>
            <p:nvPr/>
          </p:nvGrpSpPr>
          <p:grpSpPr>
            <a:xfrm>
              <a:off x="5462620" y="3988597"/>
              <a:ext cx="2968148" cy="246221"/>
              <a:chOff x="1505858" y="2498990"/>
              <a:chExt cx="3185328" cy="264237"/>
            </a:xfrm>
          </p:grpSpPr>
          <p:sp>
            <p:nvSpPr>
              <p:cNvPr id="123" name="TextBox 122">
                <a:extLst>
                  <a:ext uri="{FF2B5EF4-FFF2-40B4-BE49-F238E27FC236}">
                    <a16:creationId xmlns:a16="http://schemas.microsoft.com/office/drawing/2014/main" id="{6E831ADD-88D0-6CAC-C2A5-A128D6E08CCF}"/>
                  </a:ext>
                </a:extLst>
              </p:cNvPr>
              <p:cNvSpPr txBox="1"/>
              <p:nvPr/>
            </p:nvSpPr>
            <p:spPr>
              <a:xfrm>
                <a:off x="2534551" y="2498990"/>
                <a:ext cx="1586457" cy="264237"/>
              </a:xfrm>
              <a:prstGeom prst="rect">
                <a:avLst/>
              </a:prstGeom>
              <a:noFill/>
            </p:spPr>
            <p:txBody>
              <a:bodyPr wrap="none" rtlCol="0">
                <a:spAutoFit/>
              </a:bodyPr>
              <a:lstStyle/>
              <a:p>
                <a:r>
                  <a:rPr lang="en-US" sz="1000"/>
                  <a:t>fileInfo{fileName, fileUrl}</a:t>
                </a:r>
              </a:p>
            </p:txBody>
          </p:sp>
          <p:cxnSp>
            <p:nvCxnSpPr>
              <p:cNvPr id="124" name="Straight Arrow Connector 123">
                <a:extLst>
                  <a:ext uri="{FF2B5EF4-FFF2-40B4-BE49-F238E27FC236}">
                    <a16:creationId xmlns:a16="http://schemas.microsoft.com/office/drawing/2014/main" id="{339EB88A-7FBA-C002-B1C2-14773A903B77}"/>
                  </a:ext>
                </a:extLst>
              </p:cNvPr>
              <p:cNvCxnSpPr>
                <a:cxnSpLocks/>
              </p:cNvCxnSpPr>
              <p:nvPr/>
            </p:nvCxnSpPr>
            <p:spPr>
              <a:xfrm>
                <a:off x="1505858" y="2742599"/>
                <a:ext cx="318532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0" name="Arc 9">
              <a:extLst>
                <a:ext uri="{FF2B5EF4-FFF2-40B4-BE49-F238E27FC236}">
                  <a16:creationId xmlns:a16="http://schemas.microsoft.com/office/drawing/2014/main" id="{54051058-7451-8680-4A39-B3AE30FD2B9B}"/>
                </a:ext>
              </a:extLst>
            </p:cNvPr>
            <p:cNvSpPr/>
            <p:nvPr/>
          </p:nvSpPr>
          <p:spPr>
            <a:xfrm>
              <a:off x="1050809" y="2513788"/>
              <a:ext cx="375600" cy="255976"/>
            </a:xfrm>
            <a:prstGeom prst="arc">
              <a:avLst>
                <a:gd name="adj1" fmla="val 5941737"/>
                <a:gd name="adj2" fmla="val 15727736"/>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3DF358E8-BCF6-D19A-10E2-799FF9B6DB3B}"/>
                </a:ext>
              </a:extLst>
            </p:cNvPr>
            <p:cNvSpPr txBox="1"/>
            <p:nvPr/>
          </p:nvSpPr>
          <p:spPr>
            <a:xfrm>
              <a:off x="374649" y="2506551"/>
              <a:ext cx="776833" cy="246221"/>
            </a:xfrm>
            <a:prstGeom prst="rect">
              <a:avLst/>
            </a:prstGeom>
            <a:noFill/>
          </p:spPr>
          <p:txBody>
            <a:bodyPr wrap="square" rtlCol="0">
              <a:spAutoFit/>
            </a:bodyPr>
            <a:lstStyle/>
            <a:p>
              <a:r>
                <a:rPr lang="en-US" sz="1000"/>
                <a:t>Upload file</a:t>
              </a:r>
              <a:endParaRPr lang="en-US" sz="1000" b="1"/>
            </a:p>
          </p:txBody>
        </p:sp>
        <p:grpSp>
          <p:nvGrpSpPr>
            <p:cNvPr id="44" name="Group 43">
              <a:extLst>
                <a:ext uri="{FF2B5EF4-FFF2-40B4-BE49-F238E27FC236}">
                  <a16:creationId xmlns:a16="http://schemas.microsoft.com/office/drawing/2014/main" id="{AF635C67-8428-CE8A-5995-6D54FBF5F00E}"/>
                </a:ext>
              </a:extLst>
            </p:cNvPr>
            <p:cNvGrpSpPr/>
            <p:nvPr/>
          </p:nvGrpSpPr>
          <p:grpSpPr>
            <a:xfrm>
              <a:off x="5282292" y="3312992"/>
              <a:ext cx="1753370" cy="400110"/>
              <a:chOff x="5224464" y="3403539"/>
              <a:chExt cx="1753370" cy="400110"/>
            </a:xfrm>
          </p:grpSpPr>
          <p:sp>
            <p:nvSpPr>
              <p:cNvPr id="46" name="TextBox 45">
                <a:extLst>
                  <a:ext uri="{FF2B5EF4-FFF2-40B4-BE49-F238E27FC236}">
                    <a16:creationId xmlns:a16="http://schemas.microsoft.com/office/drawing/2014/main" id="{29E7DCEF-BB1E-5685-DB1B-F48E0D36C5FE}"/>
                  </a:ext>
                </a:extLst>
              </p:cNvPr>
              <p:cNvSpPr txBox="1"/>
              <p:nvPr/>
            </p:nvSpPr>
            <p:spPr>
              <a:xfrm>
                <a:off x="5569355" y="3403539"/>
                <a:ext cx="1408479" cy="400110"/>
              </a:xfrm>
              <a:prstGeom prst="rect">
                <a:avLst/>
              </a:prstGeom>
              <a:noFill/>
            </p:spPr>
            <p:txBody>
              <a:bodyPr wrap="square" rtlCol="0">
                <a:spAutoFit/>
              </a:bodyPr>
              <a:lstStyle/>
              <a:p>
                <a:r>
                  <a:rPr lang="en-US" sz="1000"/>
                  <a:t>Add taskId &amp;timestamp to the file name</a:t>
                </a:r>
              </a:p>
            </p:txBody>
          </p:sp>
          <p:sp>
            <p:nvSpPr>
              <p:cNvPr id="47" name="Arc 46">
                <a:extLst>
                  <a:ext uri="{FF2B5EF4-FFF2-40B4-BE49-F238E27FC236}">
                    <a16:creationId xmlns:a16="http://schemas.microsoft.com/office/drawing/2014/main" id="{ACD662AD-76D5-8E23-C649-742AEC356ED6}"/>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spTree>
    <p:extLst>
      <p:ext uri="{BB962C8B-B14F-4D97-AF65-F5344CB8AC3E}">
        <p14:creationId xmlns:p14="http://schemas.microsoft.com/office/powerpoint/2010/main" val="4209261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EE6BC-7690-ED47-DED6-1EE51530A6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48B6EE-A5E8-6556-1245-5673A6B46DD4}"/>
              </a:ext>
            </a:extLst>
          </p:cNvPr>
          <p:cNvSpPr>
            <a:spLocks noGrp="1"/>
          </p:cNvSpPr>
          <p:nvPr>
            <p:ph type="sldNum" sz="quarter" idx="12"/>
          </p:nvPr>
        </p:nvSpPr>
        <p:spPr/>
        <p:txBody>
          <a:bodyPr/>
          <a:lstStyle/>
          <a:p>
            <a:fld id="{9EA0BE3B-158A-4EDF-80DC-E394A0D1600F}" type="slidenum">
              <a:rPr lang="en-US" smtClean="0"/>
              <a:pPr/>
              <a:t>26</a:t>
            </a:fld>
            <a:endParaRPr lang="en-US"/>
          </a:p>
        </p:txBody>
      </p:sp>
      <p:sp>
        <p:nvSpPr>
          <p:cNvPr id="3" name="Title 2">
            <a:extLst>
              <a:ext uri="{FF2B5EF4-FFF2-40B4-BE49-F238E27FC236}">
                <a16:creationId xmlns:a16="http://schemas.microsoft.com/office/drawing/2014/main" id="{ED0C6A95-9B9E-1E3F-DB4C-0D51FC2B2084}"/>
              </a:ext>
            </a:extLst>
          </p:cNvPr>
          <p:cNvSpPr>
            <a:spLocks noGrp="1"/>
          </p:cNvSpPr>
          <p:nvPr>
            <p:ph type="title"/>
          </p:nvPr>
        </p:nvSpPr>
        <p:spPr/>
        <p:txBody>
          <a:bodyPr/>
          <a:lstStyle/>
          <a:p>
            <a:r>
              <a:rPr lang="en-US"/>
              <a:t>Xem chi tiết công việc</a:t>
            </a:r>
          </a:p>
        </p:txBody>
      </p:sp>
      <p:grpSp>
        <p:nvGrpSpPr>
          <p:cNvPr id="13" name="Group 12">
            <a:extLst>
              <a:ext uri="{FF2B5EF4-FFF2-40B4-BE49-F238E27FC236}">
                <a16:creationId xmlns:a16="http://schemas.microsoft.com/office/drawing/2014/main" id="{15D771A0-A9E1-0649-9AB3-8DB8B3CFFC7B}"/>
              </a:ext>
            </a:extLst>
          </p:cNvPr>
          <p:cNvGrpSpPr/>
          <p:nvPr/>
        </p:nvGrpSpPr>
        <p:grpSpPr>
          <a:xfrm>
            <a:off x="249232" y="1002998"/>
            <a:ext cx="8175707" cy="3923672"/>
            <a:chOff x="249232" y="1002998"/>
            <a:chExt cx="8175707" cy="3923672"/>
          </a:xfrm>
        </p:grpSpPr>
        <p:sp>
          <p:nvSpPr>
            <p:cNvPr id="15" name="Rectangle 14">
              <a:extLst>
                <a:ext uri="{FF2B5EF4-FFF2-40B4-BE49-F238E27FC236}">
                  <a16:creationId xmlns:a16="http://schemas.microsoft.com/office/drawing/2014/main" id="{FEC823C8-9C0E-5995-C30F-E95CD84B71EE}"/>
                </a:ext>
              </a:extLst>
            </p:cNvPr>
            <p:cNvSpPr/>
            <p:nvPr/>
          </p:nvSpPr>
          <p:spPr>
            <a:xfrm>
              <a:off x="249232" y="1002998"/>
              <a:ext cx="8175707" cy="39236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C471C713-D235-01C3-00A4-025B2C25185D}"/>
                </a:ext>
              </a:extLst>
            </p:cNvPr>
            <p:cNvCxnSpPr>
              <a:cxnSpLocks/>
              <a:stCxn id="19" idx="2"/>
            </p:cNvCxnSpPr>
            <p:nvPr/>
          </p:nvCxnSpPr>
          <p:spPr>
            <a:xfrm>
              <a:off x="2691882" y="2175809"/>
              <a:ext cx="0" cy="266289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7B21F0-E3E1-0C7A-35F2-15E40376E16E}"/>
                </a:ext>
              </a:extLst>
            </p:cNvPr>
            <p:cNvCxnSpPr>
              <a:cxnSpLocks/>
            </p:cNvCxnSpPr>
            <p:nvPr/>
          </p:nvCxnSpPr>
          <p:spPr>
            <a:xfrm>
              <a:off x="5395085" y="2178703"/>
              <a:ext cx="0" cy="269809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C52BBBA-85C0-C620-9061-2BEB9A82FF3A}"/>
                </a:ext>
              </a:extLst>
            </p:cNvPr>
            <p:cNvCxnSpPr>
              <a:cxnSpLocks/>
            </p:cNvCxnSpPr>
            <p:nvPr/>
          </p:nvCxnSpPr>
          <p:spPr>
            <a:xfrm>
              <a:off x="7727983" y="2175810"/>
              <a:ext cx="0" cy="266289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A7EE0D4-0F33-2691-F7F4-A309B7653FF3}"/>
                </a:ext>
              </a:extLst>
            </p:cNvPr>
            <p:cNvCxnSpPr>
              <a:cxnSpLocks/>
            </p:cNvCxnSpPr>
            <p:nvPr/>
          </p:nvCxnSpPr>
          <p:spPr>
            <a:xfrm>
              <a:off x="1300342" y="2175810"/>
              <a:ext cx="0" cy="266289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A5D38E9-5C7F-84A6-0611-AB9811101F5F}"/>
                </a:ext>
              </a:extLst>
            </p:cNvPr>
            <p:cNvSpPr/>
            <p:nvPr/>
          </p:nvSpPr>
          <p:spPr>
            <a:xfrm>
              <a:off x="2105536"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58FBF4F6-5F80-6CF7-5C07-962645A7A865}"/>
                </a:ext>
              </a:extLst>
            </p:cNvPr>
            <p:cNvSpPr/>
            <p:nvPr/>
          </p:nvSpPr>
          <p:spPr>
            <a:xfrm>
              <a:off x="4808740" y="165385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90ACC1C3-7FA3-BDCB-7249-5F5A72052716}"/>
                </a:ext>
              </a:extLst>
            </p:cNvPr>
            <p:cNvSpPr/>
            <p:nvPr/>
          </p:nvSpPr>
          <p:spPr>
            <a:xfrm>
              <a:off x="7141637"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CB673CDB-66B3-A7B7-0542-EE387F00DDCB}"/>
                </a:ext>
              </a:extLst>
            </p:cNvPr>
            <p:cNvGrpSpPr/>
            <p:nvPr/>
          </p:nvGrpSpPr>
          <p:grpSpPr>
            <a:xfrm>
              <a:off x="284287" y="1412569"/>
              <a:ext cx="2014874" cy="808020"/>
              <a:chOff x="-673419" y="924202"/>
              <a:chExt cx="2162304" cy="867143"/>
            </a:xfrm>
          </p:grpSpPr>
          <p:grpSp>
            <p:nvGrpSpPr>
              <p:cNvPr id="73" name="Group 72">
                <a:extLst>
                  <a:ext uri="{FF2B5EF4-FFF2-40B4-BE49-F238E27FC236}">
                    <a16:creationId xmlns:a16="http://schemas.microsoft.com/office/drawing/2014/main" id="{99B47DA9-8730-29A2-5387-F46D64698F8B}"/>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CA761977-5F18-9EF3-9675-C9EDAF145EDC}"/>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21937C79-38BB-D3FE-041B-6C5973E46A75}"/>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1005FCF-87C3-E2BE-9323-864D54F4EBCA}"/>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8D0B44-0D7C-C9D6-5DB1-37385CB633C5}"/>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290A17E-F45B-B7D5-065F-A4719EFB92EC}"/>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0223ADE-F6D4-849F-20BF-106B9C0DA93E}"/>
                  </a:ext>
                </a:extLst>
              </p:cNvPr>
              <p:cNvSpPr txBox="1"/>
              <p:nvPr/>
            </p:nvSpPr>
            <p:spPr>
              <a:xfrm>
                <a:off x="-673419" y="1527108"/>
                <a:ext cx="2162304" cy="264237"/>
              </a:xfrm>
              <a:prstGeom prst="rect">
                <a:avLst/>
              </a:prstGeom>
              <a:noFill/>
            </p:spPr>
            <p:txBody>
              <a:bodyPr wrap="square" rtlCol="0">
                <a:spAutoFit/>
              </a:bodyPr>
              <a:lstStyle/>
              <a:p>
                <a:pPr algn="ctr"/>
                <a:r>
                  <a:rPr lang="en-US" sz="1000" b="1"/>
                  <a:t>OWNER/LEADER/ASSIGNEE</a:t>
                </a:r>
              </a:p>
            </p:txBody>
          </p:sp>
        </p:grpSp>
        <p:sp>
          <p:nvSpPr>
            <p:cNvPr id="25" name="Rectangle 24">
              <a:extLst>
                <a:ext uri="{FF2B5EF4-FFF2-40B4-BE49-F238E27FC236}">
                  <a16:creationId xmlns:a16="http://schemas.microsoft.com/office/drawing/2014/main" id="{98FFC28E-5DD1-8993-AA3A-D3C013DBA7F7}"/>
                </a:ext>
              </a:extLst>
            </p:cNvPr>
            <p:cNvSpPr/>
            <p:nvPr/>
          </p:nvSpPr>
          <p:spPr>
            <a:xfrm>
              <a:off x="2629752" y="2446754"/>
              <a:ext cx="124257" cy="219885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E34B4E18-F23A-8681-142C-4DA68F895CAB}"/>
                </a:ext>
              </a:extLst>
            </p:cNvPr>
            <p:cNvGrpSpPr/>
            <p:nvPr/>
          </p:nvGrpSpPr>
          <p:grpSpPr>
            <a:xfrm>
              <a:off x="1310332" y="2220589"/>
              <a:ext cx="1316180" cy="246221"/>
              <a:chOff x="432780" y="1666816"/>
              <a:chExt cx="1412485" cy="264237"/>
            </a:xfrm>
          </p:grpSpPr>
          <p:sp>
            <p:nvSpPr>
              <p:cNvPr id="70" name="TextBox 69">
                <a:extLst>
                  <a:ext uri="{FF2B5EF4-FFF2-40B4-BE49-F238E27FC236}">
                    <a16:creationId xmlns:a16="http://schemas.microsoft.com/office/drawing/2014/main" id="{56CFF702-F218-418E-B9F7-0E0B479DD690}"/>
                  </a:ext>
                </a:extLst>
              </p:cNvPr>
              <p:cNvSpPr txBox="1"/>
              <p:nvPr/>
            </p:nvSpPr>
            <p:spPr>
              <a:xfrm>
                <a:off x="493225" y="1666816"/>
                <a:ext cx="1139180" cy="264237"/>
              </a:xfrm>
              <a:prstGeom prst="rect">
                <a:avLst/>
              </a:prstGeom>
              <a:noFill/>
            </p:spPr>
            <p:txBody>
              <a:bodyPr wrap="none" rtlCol="0">
                <a:spAutoFit/>
              </a:bodyPr>
              <a:lstStyle/>
              <a:p>
                <a:r>
                  <a:rPr lang="en-US" sz="1000"/>
                  <a:t>Open Task Detail</a:t>
                </a:r>
              </a:p>
            </p:txBody>
          </p:sp>
          <p:cxnSp>
            <p:nvCxnSpPr>
              <p:cNvPr id="72" name="Straight Arrow Connector 71">
                <a:extLst>
                  <a:ext uri="{FF2B5EF4-FFF2-40B4-BE49-F238E27FC236}">
                    <a16:creationId xmlns:a16="http://schemas.microsoft.com/office/drawing/2014/main" id="{4901AD78-2208-2802-DE1E-30986FFE25D7}"/>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64F28F31-AF47-BCBB-CEFC-E7CF10BB2309}"/>
                </a:ext>
              </a:extLst>
            </p:cNvPr>
            <p:cNvSpPr/>
            <p:nvPr/>
          </p:nvSpPr>
          <p:spPr>
            <a:xfrm>
              <a:off x="5331231" y="2678708"/>
              <a:ext cx="124257" cy="180627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38E4B1EB-DBB7-5A0F-D73E-7D9CFEBCC94C}"/>
                </a:ext>
              </a:extLst>
            </p:cNvPr>
            <p:cNvGrpSpPr/>
            <p:nvPr/>
          </p:nvGrpSpPr>
          <p:grpSpPr>
            <a:xfrm>
              <a:off x="2716996" y="2432488"/>
              <a:ext cx="2603395" cy="246221"/>
              <a:chOff x="257571" y="1666816"/>
              <a:chExt cx="2793889" cy="264237"/>
            </a:xfrm>
          </p:grpSpPr>
          <p:sp>
            <p:nvSpPr>
              <p:cNvPr id="66" name="TextBox 65">
                <a:extLst>
                  <a:ext uri="{FF2B5EF4-FFF2-40B4-BE49-F238E27FC236}">
                    <a16:creationId xmlns:a16="http://schemas.microsoft.com/office/drawing/2014/main" id="{12D9FA1F-903A-AE11-48F0-3C77EB44A38B}"/>
                  </a:ext>
                </a:extLst>
              </p:cNvPr>
              <p:cNvSpPr txBox="1"/>
              <p:nvPr/>
            </p:nvSpPr>
            <p:spPr>
              <a:xfrm>
                <a:off x="257571" y="1666816"/>
                <a:ext cx="2235009" cy="264237"/>
              </a:xfrm>
              <a:prstGeom prst="rect">
                <a:avLst/>
              </a:prstGeom>
              <a:noFill/>
            </p:spPr>
            <p:txBody>
              <a:bodyPr wrap="none" rtlCol="0">
                <a:spAutoFit/>
              </a:bodyPr>
              <a:lstStyle/>
              <a:p>
                <a:r>
                  <a:rPr lang="en-US" sz="1000"/>
                  <a:t>GET /api/tasks/detail/:id {appToken}</a:t>
                </a:r>
              </a:p>
            </p:txBody>
          </p:sp>
          <p:cxnSp>
            <p:nvCxnSpPr>
              <p:cNvPr id="68" name="Straight Arrow Connector 67">
                <a:extLst>
                  <a:ext uri="{FF2B5EF4-FFF2-40B4-BE49-F238E27FC236}">
                    <a16:creationId xmlns:a16="http://schemas.microsoft.com/office/drawing/2014/main" id="{B1255BD9-8FAD-4910-53F9-CF8B54CF94E7}"/>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3BBFBF12-6B49-5A11-93DC-9F1AB2CD5EAC}"/>
                </a:ext>
              </a:extLst>
            </p:cNvPr>
            <p:cNvGrpSpPr/>
            <p:nvPr/>
          </p:nvGrpSpPr>
          <p:grpSpPr>
            <a:xfrm>
              <a:off x="5465357" y="3425162"/>
              <a:ext cx="2195650" cy="246221"/>
              <a:chOff x="432780" y="1274111"/>
              <a:chExt cx="2356310" cy="264237"/>
            </a:xfrm>
          </p:grpSpPr>
          <p:sp>
            <p:nvSpPr>
              <p:cNvPr id="64" name="TextBox 63">
                <a:extLst>
                  <a:ext uri="{FF2B5EF4-FFF2-40B4-BE49-F238E27FC236}">
                    <a16:creationId xmlns:a16="http://schemas.microsoft.com/office/drawing/2014/main" id="{22BB45D9-6A1B-7E38-3A80-5E421A543C4B}"/>
                  </a:ext>
                </a:extLst>
              </p:cNvPr>
              <p:cNvSpPr txBox="1"/>
              <p:nvPr/>
            </p:nvSpPr>
            <p:spPr>
              <a:xfrm>
                <a:off x="571762" y="1274111"/>
                <a:ext cx="1906434" cy="264237"/>
              </a:xfrm>
              <a:prstGeom prst="rect">
                <a:avLst/>
              </a:prstGeom>
              <a:noFill/>
            </p:spPr>
            <p:txBody>
              <a:bodyPr wrap="none" rtlCol="0">
                <a:spAutoFit/>
              </a:bodyPr>
              <a:lstStyle/>
              <a:p>
                <a:r>
                  <a:rPr lang="en-US" sz="1000"/>
                  <a:t>findProjectById(task.projectId)</a:t>
                </a:r>
              </a:p>
            </p:txBody>
          </p:sp>
          <p:cxnSp>
            <p:nvCxnSpPr>
              <p:cNvPr id="65" name="Straight Arrow Connector 64">
                <a:extLst>
                  <a:ext uri="{FF2B5EF4-FFF2-40B4-BE49-F238E27FC236}">
                    <a16:creationId xmlns:a16="http://schemas.microsoft.com/office/drawing/2014/main" id="{3530E840-37C5-CF65-7D7B-C0D61FAF8BBF}"/>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D1079929-FE79-3BEE-A092-CBB5078E0D79}"/>
                </a:ext>
              </a:extLst>
            </p:cNvPr>
            <p:cNvSpPr/>
            <p:nvPr/>
          </p:nvSpPr>
          <p:spPr>
            <a:xfrm>
              <a:off x="7665853" y="366513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C84D9DD6-EDB3-C695-837C-B1FC62BD6F50}"/>
                </a:ext>
              </a:extLst>
            </p:cNvPr>
            <p:cNvGrpSpPr/>
            <p:nvPr/>
          </p:nvGrpSpPr>
          <p:grpSpPr>
            <a:xfrm>
              <a:off x="5462620" y="3669652"/>
              <a:ext cx="2198388" cy="246221"/>
              <a:chOff x="1505858" y="2498990"/>
              <a:chExt cx="2359245" cy="264237"/>
            </a:xfrm>
          </p:grpSpPr>
          <p:sp>
            <p:nvSpPr>
              <p:cNvPr id="62" name="TextBox 61">
                <a:extLst>
                  <a:ext uri="{FF2B5EF4-FFF2-40B4-BE49-F238E27FC236}">
                    <a16:creationId xmlns:a16="http://schemas.microsoft.com/office/drawing/2014/main" id="{033B3F51-87DE-9A01-66B2-453A414B66BC}"/>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63" name="Straight Arrow Connector 62">
                <a:extLst>
                  <a:ext uri="{FF2B5EF4-FFF2-40B4-BE49-F238E27FC236}">
                    <a16:creationId xmlns:a16="http://schemas.microsoft.com/office/drawing/2014/main" id="{ED7220BA-3810-BAF8-4DBD-21C4FDE0C63B}"/>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48C7CA53-E32B-8AB8-962D-921E13C8D593}"/>
                </a:ext>
              </a:extLst>
            </p:cNvPr>
            <p:cNvGrpSpPr/>
            <p:nvPr/>
          </p:nvGrpSpPr>
          <p:grpSpPr>
            <a:xfrm>
              <a:off x="5282292" y="2676763"/>
              <a:ext cx="1364722" cy="246221"/>
              <a:chOff x="5224464" y="3479392"/>
              <a:chExt cx="1364722" cy="246221"/>
            </a:xfrm>
          </p:grpSpPr>
          <p:sp>
            <p:nvSpPr>
              <p:cNvPr id="37" name="TextBox 36">
                <a:extLst>
                  <a:ext uri="{FF2B5EF4-FFF2-40B4-BE49-F238E27FC236}">
                    <a16:creationId xmlns:a16="http://schemas.microsoft.com/office/drawing/2014/main" id="{F274A306-F2F3-0FCC-3B0A-283C2D749DA6}"/>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B3DC7399-5D1C-AFD3-3DF9-CCB5636600B0}"/>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1" name="Group 40">
              <a:extLst>
                <a:ext uri="{FF2B5EF4-FFF2-40B4-BE49-F238E27FC236}">
                  <a16:creationId xmlns:a16="http://schemas.microsoft.com/office/drawing/2014/main" id="{1BC4BBC3-AB68-2C56-DA11-A80D3C0712CC}"/>
                </a:ext>
              </a:extLst>
            </p:cNvPr>
            <p:cNvGrpSpPr/>
            <p:nvPr/>
          </p:nvGrpSpPr>
          <p:grpSpPr>
            <a:xfrm>
              <a:off x="1302572" y="4399384"/>
              <a:ext cx="1330817" cy="246221"/>
              <a:chOff x="1588819" y="-1503191"/>
              <a:chExt cx="1428193" cy="264237"/>
            </a:xfrm>
          </p:grpSpPr>
          <p:sp>
            <p:nvSpPr>
              <p:cNvPr id="53" name="TextBox 52">
                <a:extLst>
                  <a:ext uri="{FF2B5EF4-FFF2-40B4-BE49-F238E27FC236}">
                    <a16:creationId xmlns:a16="http://schemas.microsoft.com/office/drawing/2014/main" id="{073E1E80-BA0B-DB3E-E879-6C6814469459}"/>
                  </a:ext>
                </a:extLst>
              </p:cNvPr>
              <p:cNvSpPr txBox="1"/>
              <p:nvPr/>
            </p:nvSpPr>
            <p:spPr>
              <a:xfrm>
                <a:off x="1721032" y="-1503191"/>
                <a:ext cx="1183907" cy="264237"/>
              </a:xfrm>
              <a:prstGeom prst="rect">
                <a:avLst/>
              </a:prstGeom>
              <a:noFill/>
            </p:spPr>
            <p:txBody>
              <a:bodyPr wrap="none" rtlCol="0">
                <a:spAutoFit/>
              </a:bodyPr>
              <a:lstStyle/>
              <a:p>
                <a:r>
                  <a:rPr lang="en-US" sz="1000"/>
                  <a:t>Task Detail Dialog</a:t>
                </a:r>
              </a:p>
            </p:txBody>
          </p:sp>
          <p:cxnSp>
            <p:nvCxnSpPr>
              <p:cNvPr id="54" name="Straight Arrow Connector 53">
                <a:extLst>
                  <a:ext uri="{FF2B5EF4-FFF2-40B4-BE49-F238E27FC236}">
                    <a16:creationId xmlns:a16="http://schemas.microsoft.com/office/drawing/2014/main" id="{8D3E4521-38D3-6D95-F253-1B62FEC98C26}"/>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59EC33CC-F1D0-300D-83B9-F7C0E869A0A9}"/>
                </a:ext>
              </a:extLst>
            </p:cNvPr>
            <p:cNvGrpSpPr/>
            <p:nvPr/>
          </p:nvGrpSpPr>
          <p:grpSpPr>
            <a:xfrm>
              <a:off x="249232" y="1009285"/>
              <a:ext cx="3028995" cy="291001"/>
              <a:chOff x="390525" y="886127"/>
              <a:chExt cx="3028995" cy="291001"/>
            </a:xfrm>
          </p:grpSpPr>
          <p:sp>
            <p:nvSpPr>
              <p:cNvPr id="51" name="Rectangle: Single Corner Snipped 50">
                <a:extLst>
                  <a:ext uri="{FF2B5EF4-FFF2-40B4-BE49-F238E27FC236}">
                    <a16:creationId xmlns:a16="http://schemas.microsoft.com/office/drawing/2014/main" id="{C9F50A65-B0A3-4BA0-438B-256AF282FE2A}"/>
                  </a:ext>
                </a:extLst>
              </p:cNvPr>
              <p:cNvSpPr/>
              <p:nvPr/>
            </p:nvSpPr>
            <p:spPr>
              <a:xfrm flipV="1">
                <a:off x="390525" y="886127"/>
                <a:ext cx="3028995"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D4981D71-6EEC-BB9B-0CC1-BAD0AAA3C3CB}"/>
                  </a:ext>
                </a:extLst>
              </p:cNvPr>
              <p:cNvSpPr txBox="1"/>
              <p:nvPr/>
            </p:nvSpPr>
            <p:spPr>
              <a:xfrm>
                <a:off x="1036178" y="890211"/>
                <a:ext cx="1571328" cy="276999"/>
              </a:xfrm>
              <a:prstGeom prst="rect">
                <a:avLst/>
              </a:prstGeom>
              <a:noFill/>
            </p:spPr>
            <p:txBody>
              <a:bodyPr wrap="none" rtlCol="0">
                <a:spAutoFit/>
              </a:bodyPr>
              <a:lstStyle/>
              <a:p>
                <a:r>
                  <a:rPr lang="en-US" sz="1200" b="1"/>
                  <a:t>Xem chi tiết công việc</a:t>
                </a:r>
              </a:p>
            </p:txBody>
          </p:sp>
        </p:grpSp>
        <p:grpSp>
          <p:nvGrpSpPr>
            <p:cNvPr id="7" name="Group 6">
              <a:extLst>
                <a:ext uri="{FF2B5EF4-FFF2-40B4-BE49-F238E27FC236}">
                  <a16:creationId xmlns:a16="http://schemas.microsoft.com/office/drawing/2014/main" id="{B03DEEAC-B309-ADB9-8443-1772F6F9C04A}"/>
                </a:ext>
              </a:extLst>
            </p:cNvPr>
            <p:cNvGrpSpPr/>
            <p:nvPr/>
          </p:nvGrpSpPr>
          <p:grpSpPr>
            <a:xfrm>
              <a:off x="5282292" y="4050452"/>
              <a:ext cx="1055342" cy="246221"/>
              <a:chOff x="5282292" y="4811200"/>
              <a:chExt cx="1055342" cy="246221"/>
            </a:xfrm>
          </p:grpSpPr>
          <p:sp>
            <p:nvSpPr>
              <p:cNvPr id="84" name="TextBox 83">
                <a:extLst>
                  <a:ext uri="{FF2B5EF4-FFF2-40B4-BE49-F238E27FC236}">
                    <a16:creationId xmlns:a16="http://schemas.microsoft.com/office/drawing/2014/main" id="{ED338F43-36BA-6697-7BB3-B82BC8750F12}"/>
                  </a:ext>
                </a:extLst>
              </p:cNvPr>
              <p:cNvSpPr txBox="1"/>
              <p:nvPr/>
            </p:nvSpPr>
            <p:spPr>
              <a:xfrm>
                <a:off x="5627183" y="4811200"/>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DBBD08E0-CD57-F87B-AAD8-4BC1E6BD7A65}"/>
                  </a:ext>
                </a:extLst>
              </p:cNvPr>
              <p:cNvSpPr/>
              <p:nvPr/>
            </p:nvSpPr>
            <p:spPr>
              <a:xfrm>
                <a:off x="5282292" y="482460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18" name="Group 17">
              <a:extLst>
                <a:ext uri="{FF2B5EF4-FFF2-40B4-BE49-F238E27FC236}">
                  <a16:creationId xmlns:a16="http://schemas.microsoft.com/office/drawing/2014/main" id="{1BF6E76A-374B-163F-DD97-EF166301C99C}"/>
                </a:ext>
              </a:extLst>
            </p:cNvPr>
            <p:cNvGrpSpPr/>
            <p:nvPr/>
          </p:nvGrpSpPr>
          <p:grpSpPr>
            <a:xfrm>
              <a:off x="5465357" y="2909835"/>
              <a:ext cx="2195650" cy="246221"/>
              <a:chOff x="432780" y="1274111"/>
              <a:chExt cx="2356310" cy="264237"/>
            </a:xfrm>
          </p:grpSpPr>
          <p:sp>
            <p:nvSpPr>
              <p:cNvPr id="21" name="TextBox 20">
                <a:extLst>
                  <a:ext uri="{FF2B5EF4-FFF2-40B4-BE49-F238E27FC236}">
                    <a16:creationId xmlns:a16="http://schemas.microsoft.com/office/drawing/2014/main" id="{BA381203-8C78-6958-B2FC-DA58FD151118}"/>
                  </a:ext>
                </a:extLst>
              </p:cNvPr>
              <p:cNvSpPr txBox="1"/>
              <p:nvPr/>
            </p:nvSpPr>
            <p:spPr>
              <a:xfrm>
                <a:off x="571762" y="1274111"/>
                <a:ext cx="1092733" cy="264237"/>
              </a:xfrm>
              <a:prstGeom prst="rect">
                <a:avLst/>
              </a:prstGeom>
              <a:noFill/>
            </p:spPr>
            <p:txBody>
              <a:bodyPr wrap="none" rtlCol="0">
                <a:spAutoFit/>
              </a:bodyPr>
              <a:lstStyle/>
              <a:p>
                <a:r>
                  <a:rPr lang="en-US" sz="1000"/>
                  <a:t>findTaskById(id)</a:t>
                </a:r>
              </a:p>
            </p:txBody>
          </p:sp>
          <p:cxnSp>
            <p:nvCxnSpPr>
              <p:cNvPr id="23" name="Straight Arrow Connector 22">
                <a:extLst>
                  <a:ext uri="{FF2B5EF4-FFF2-40B4-BE49-F238E27FC236}">
                    <a16:creationId xmlns:a16="http://schemas.microsoft.com/office/drawing/2014/main" id="{73786BC7-ADCE-DD8B-D515-6867B1035957}"/>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BD78FDEC-58CB-9219-2616-188F34607F4F}"/>
                </a:ext>
              </a:extLst>
            </p:cNvPr>
            <p:cNvSpPr/>
            <p:nvPr/>
          </p:nvSpPr>
          <p:spPr>
            <a:xfrm>
              <a:off x="7665853" y="3149809"/>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00798C77-F059-F296-521C-25102843BC2E}"/>
                </a:ext>
              </a:extLst>
            </p:cNvPr>
            <p:cNvGrpSpPr/>
            <p:nvPr/>
          </p:nvGrpSpPr>
          <p:grpSpPr>
            <a:xfrm>
              <a:off x="5462620" y="3154325"/>
              <a:ext cx="2198388" cy="246221"/>
              <a:chOff x="1505858" y="2498990"/>
              <a:chExt cx="2359245" cy="264237"/>
            </a:xfrm>
          </p:grpSpPr>
          <p:sp>
            <p:nvSpPr>
              <p:cNvPr id="34" name="TextBox 33">
                <a:extLst>
                  <a:ext uri="{FF2B5EF4-FFF2-40B4-BE49-F238E27FC236}">
                    <a16:creationId xmlns:a16="http://schemas.microsoft.com/office/drawing/2014/main" id="{D46782BE-EB3E-CD9C-EAB7-27CA2ADAA8F1}"/>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35" name="Straight Arrow Connector 34">
                <a:extLst>
                  <a:ext uri="{FF2B5EF4-FFF2-40B4-BE49-F238E27FC236}">
                    <a16:creationId xmlns:a16="http://schemas.microsoft.com/office/drawing/2014/main" id="{DA9EDBD1-22FB-5801-3B4E-358F6E8695DF}"/>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54C05677-E852-7790-188B-0F5E2329E380}"/>
                </a:ext>
              </a:extLst>
            </p:cNvPr>
            <p:cNvGrpSpPr/>
            <p:nvPr/>
          </p:nvGrpSpPr>
          <p:grpSpPr>
            <a:xfrm>
              <a:off x="2750768" y="4238764"/>
              <a:ext cx="2583909" cy="246221"/>
              <a:chOff x="868963" y="2498990"/>
              <a:chExt cx="2772976" cy="264237"/>
            </a:xfrm>
          </p:grpSpPr>
          <p:sp>
            <p:nvSpPr>
              <p:cNvPr id="69" name="TextBox 68">
                <a:extLst>
                  <a:ext uri="{FF2B5EF4-FFF2-40B4-BE49-F238E27FC236}">
                    <a16:creationId xmlns:a16="http://schemas.microsoft.com/office/drawing/2014/main" id="{DECEB08E-0FC4-2F55-E1FF-673AFA0B22B6}"/>
                  </a:ext>
                </a:extLst>
              </p:cNvPr>
              <p:cNvSpPr txBox="1"/>
              <p:nvPr/>
            </p:nvSpPr>
            <p:spPr>
              <a:xfrm>
                <a:off x="1870893" y="2498990"/>
                <a:ext cx="702225" cy="264237"/>
              </a:xfrm>
              <a:prstGeom prst="rect">
                <a:avLst/>
              </a:prstGeom>
              <a:noFill/>
            </p:spPr>
            <p:txBody>
              <a:bodyPr wrap="none" rtlCol="0">
                <a:spAutoFit/>
              </a:bodyPr>
              <a:lstStyle/>
              <a:p>
                <a:r>
                  <a:rPr lang="en-US" sz="1000"/>
                  <a:t>200, task</a:t>
                </a:r>
              </a:p>
            </p:txBody>
          </p:sp>
          <p:cxnSp>
            <p:nvCxnSpPr>
              <p:cNvPr id="71" name="Straight Arrow Connector 70">
                <a:extLst>
                  <a:ext uri="{FF2B5EF4-FFF2-40B4-BE49-F238E27FC236}">
                    <a16:creationId xmlns:a16="http://schemas.microsoft.com/office/drawing/2014/main" id="{8143BCDD-7AB9-D39C-1539-B44AC74B00E8}"/>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23232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56E19-B237-13B8-C6F0-B600C90D7F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758AFF-BE3F-E985-23C5-FB155E110378}"/>
              </a:ext>
            </a:extLst>
          </p:cNvPr>
          <p:cNvSpPr>
            <a:spLocks noGrp="1"/>
          </p:cNvSpPr>
          <p:nvPr>
            <p:ph type="sldNum" sz="quarter" idx="12"/>
          </p:nvPr>
        </p:nvSpPr>
        <p:spPr/>
        <p:txBody>
          <a:bodyPr/>
          <a:lstStyle/>
          <a:p>
            <a:fld id="{9EA0BE3B-158A-4EDF-80DC-E394A0D1600F}" type="slidenum">
              <a:rPr lang="en-US" smtClean="0"/>
              <a:pPr/>
              <a:t>27</a:t>
            </a:fld>
            <a:endParaRPr lang="en-US"/>
          </a:p>
        </p:txBody>
      </p:sp>
      <p:sp>
        <p:nvSpPr>
          <p:cNvPr id="3" name="Title 2">
            <a:extLst>
              <a:ext uri="{FF2B5EF4-FFF2-40B4-BE49-F238E27FC236}">
                <a16:creationId xmlns:a16="http://schemas.microsoft.com/office/drawing/2014/main" id="{8CD7C8A4-B35F-1EF5-C79B-7E5544244945}"/>
              </a:ext>
            </a:extLst>
          </p:cNvPr>
          <p:cNvSpPr>
            <a:spLocks noGrp="1"/>
          </p:cNvSpPr>
          <p:nvPr>
            <p:ph type="title"/>
          </p:nvPr>
        </p:nvSpPr>
        <p:spPr/>
        <p:txBody>
          <a:bodyPr/>
          <a:lstStyle/>
          <a:p>
            <a:r>
              <a:rPr lang="en-US"/>
              <a:t>Xóa báo cáo</a:t>
            </a:r>
          </a:p>
        </p:txBody>
      </p:sp>
      <p:grpSp>
        <p:nvGrpSpPr>
          <p:cNvPr id="1031" name="Group 1030">
            <a:extLst>
              <a:ext uri="{FF2B5EF4-FFF2-40B4-BE49-F238E27FC236}">
                <a16:creationId xmlns:a16="http://schemas.microsoft.com/office/drawing/2014/main" id="{D6CE6120-1A7A-1CF8-DA49-3B1348C0D928}"/>
              </a:ext>
            </a:extLst>
          </p:cNvPr>
          <p:cNvGrpSpPr/>
          <p:nvPr/>
        </p:nvGrpSpPr>
        <p:grpSpPr>
          <a:xfrm>
            <a:off x="249232" y="795736"/>
            <a:ext cx="8742066" cy="5776390"/>
            <a:chOff x="249232" y="795736"/>
            <a:chExt cx="8742066" cy="5776390"/>
          </a:xfrm>
        </p:grpSpPr>
        <p:sp>
          <p:nvSpPr>
            <p:cNvPr id="15" name="Rectangle 14">
              <a:extLst>
                <a:ext uri="{FF2B5EF4-FFF2-40B4-BE49-F238E27FC236}">
                  <a16:creationId xmlns:a16="http://schemas.microsoft.com/office/drawing/2014/main" id="{59EED401-A160-6C7B-926E-4CD09B1DE726}"/>
                </a:ext>
              </a:extLst>
            </p:cNvPr>
            <p:cNvSpPr/>
            <p:nvPr/>
          </p:nvSpPr>
          <p:spPr>
            <a:xfrm>
              <a:off x="249232" y="795736"/>
              <a:ext cx="8742065" cy="57763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6F309FC8-EFBF-70DC-558A-8D16152C252E}"/>
                </a:ext>
              </a:extLst>
            </p:cNvPr>
            <p:cNvCxnSpPr>
              <a:cxnSpLocks/>
              <a:stCxn id="19" idx="2"/>
            </p:cNvCxnSpPr>
            <p:nvPr/>
          </p:nvCxnSpPr>
          <p:spPr>
            <a:xfrm>
              <a:off x="2691882" y="1968548"/>
              <a:ext cx="0" cy="457887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18D1D0-EDA8-0166-513D-2513B9819688}"/>
                </a:ext>
              </a:extLst>
            </p:cNvPr>
            <p:cNvCxnSpPr>
              <a:cxnSpLocks/>
            </p:cNvCxnSpPr>
            <p:nvPr/>
          </p:nvCxnSpPr>
          <p:spPr>
            <a:xfrm>
              <a:off x="5395085" y="1971442"/>
              <a:ext cx="0" cy="4575985"/>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B91B0E3-7CF5-4C34-5DF3-FF1ED1EAAB76}"/>
                </a:ext>
              </a:extLst>
            </p:cNvPr>
            <p:cNvCxnSpPr>
              <a:cxnSpLocks/>
            </p:cNvCxnSpPr>
            <p:nvPr/>
          </p:nvCxnSpPr>
          <p:spPr>
            <a:xfrm>
              <a:off x="7404711" y="1968549"/>
              <a:ext cx="0" cy="457887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9C5AF35-55FE-4C71-63C2-257BFCAC1B50}"/>
                </a:ext>
              </a:extLst>
            </p:cNvPr>
            <p:cNvCxnSpPr>
              <a:cxnSpLocks/>
            </p:cNvCxnSpPr>
            <p:nvPr/>
          </p:nvCxnSpPr>
          <p:spPr>
            <a:xfrm>
              <a:off x="1300342" y="1968549"/>
              <a:ext cx="0" cy="457887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B97AA40-BFFC-BD68-7ABB-86DC04DB074F}"/>
                </a:ext>
              </a:extLst>
            </p:cNvPr>
            <p:cNvSpPr/>
            <p:nvPr/>
          </p:nvSpPr>
          <p:spPr>
            <a:xfrm>
              <a:off x="2105536" y="144586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E0F741C0-AC81-78B6-2038-8983526ED948}"/>
                </a:ext>
              </a:extLst>
            </p:cNvPr>
            <p:cNvSpPr/>
            <p:nvPr/>
          </p:nvSpPr>
          <p:spPr>
            <a:xfrm>
              <a:off x="4808740" y="144658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A9C73D36-E5C5-2255-0281-3E69D9BBB34C}"/>
                </a:ext>
              </a:extLst>
            </p:cNvPr>
            <p:cNvSpPr/>
            <p:nvPr/>
          </p:nvSpPr>
          <p:spPr>
            <a:xfrm>
              <a:off x="6818365" y="1445869"/>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39D0E17-023A-ABE1-9F97-0287F429A1D5}"/>
                </a:ext>
              </a:extLst>
            </p:cNvPr>
            <p:cNvGrpSpPr/>
            <p:nvPr/>
          </p:nvGrpSpPr>
          <p:grpSpPr>
            <a:xfrm>
              <a:off x="284287" y="1205308"/>
              <a:ext cx="2014874" cy="808020"/>
              <a:chOff x="-673419" y="924202"/>
              <a:chExt cx="2162304" cy="867143"/>
            </a:xfrm>
          </p:grpSpPr>
          <p:grpSp>
            <p:nvGrpSpPr>
              <p:cNvPr id="73" name="Group 72">
                <a:extLst>
                  <a:ext uri="{FF2B5EF4-FFF2-40B4-BE49-F238E27FC236}">
                    <a16:creationId xmlns:a16="http://schemas.microsoft.com/office/drawing/2014/main" id="{B5769ADE-5536-D205-5B5C-FAC34AA6A5EB}"/>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10AB927E-1BE5-21BC-7243-5A050705F4FA}"/>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EFA98C1E-3D5C-6935-AE02-47E037CDEE39}"/>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B625AE9-EB26-16C8-C24A-64B97C738075}"/>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16A4ADA-74FD-3CB0-679B-5098624E1826}"/>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C38C130-B5AE-6C3C-A875-7D3DC98A006A}"/>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72A330D2-445C-AA3A-BD7A-F830A4096698}"/>
                  </a:ext>
                </a:extLst>
              </p:cNvPr>
              <p:cNvSpPr txBox="1"/>
              <p:nvPr/>
            </p:nvSpPr>
            <p:spPr>
              <a:xfrm>
                <a:off x="-673419" y="1527108"/>
                <a:ext cx="2162304" cy="264237"/>
              </a:xfrm>
              <a:prstGeom prst="rect">
                <a:avLst/>
              </a:prstGeom>
              <a:noFill/>
            </p:spPr>
            <p:txBody>
              <a:bodyPr wrap="square" rtlCol="0">
                <a:spAutoFit/>
              </a:bodyPr>
              <a:lstStyle/>
              <a:p>
                <a:pPr algn="ctr"/>
                <a:r>
                  <a:rPr lang="en-US" sz="1000" b="1"/>
                  <a:t>OWNER/LEADER/ASSIGNEE</a:t>
                </a:r>
              </a:p>
            </p:txBody>
          </p:sp>
        </p:grpSp>
        <p:sp>
          <p:nvSpPr>
            <p:cNvPr id="25" name="Rectangle 24">
              <a:extLst>
                <a:ext uri="{FF2B5EF4-FFF2-40B4-BE49-F238E27FC236}">
                  <a16:creationId xmlns:a16="http://schemas.microsoft.com/office/drawing/2014/main" id="{900A4E52-23F3-F9E8-3080-9DD867983BAE}"/>
                </a:ext>
              </a:extLst>
            </p:cNvPr>
            <p:cNvSpPr/>
            <p:nvPr/>
          </p:nvSpPr>
          <p:spPr>
            <a:xfrm>
              <a:off x="2629752" y="2239493"/>
              <a:ext cx="124257" cy="4107331"/>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03AF1C9C-DEA2-EAF8-F3E4-17D318BCAF73}"/>
                </a:ext>
              </a:extLst>
            </p:cNvPr>
            <p:cNvGrpSpPr/>
            <p:nvPr/>
          </p:nvGrpSpPr>
          <p:grpSpPr>
            <a:xfrm>
              <a:off x="1310332" y="2013328"/>
              <a:ext cx="1316179" cy="246221"/>
              <a:chOff x="432780" y="1666816"/>
              <a:chExt cx="1412485" cy="264237"/>
            </a:xfrm>
          </p:grpSpPr>
          <p:sp>
            <p:nvSpPr>
              <p:cNvPr id="70" name="TextBox 69">
                <a:extLst>
                  <a:ext uri="{FF2B5EF4-FFF2-40B4-BE49-F238E27FC236}">
                    <a16:creationId xmlns:a16="http://schemas.microsoft.com/office/drawing/2014/main" id="{2E47017B-4803-2AF0-9468-D42160F90B41}"/>
                  </a:ext>
                </a:extLst>
              </p:cNvPr>
              <p:cNvSpPr txBox="1"/>
              <p:nvPr/>
            </p:nvSpPr>
            <p:spPr>
              <a:xfrm>
                <a:off x="573041" y="1666816"/>
                <a:ext cx="1139181" cy="264237"/>
              </a:xfrm>
              <a:prstGeom prst="rect">
                <a:avLst/>
              </a:prstGeom>
              <a:noFill/>
            </p:spPr>
            <p:txBody>
              <a:bodyPr wrap="none" rtlCol="0">
                <a:spAutoFit/>
              </a:bodyPr>
              <a:lstStyle/>
              <a:p>
                <a:r>
                  <a:rPr lang="en-US" sz="1000"/>
                  <a:t>Open Task Detail</a:t>
                </a:r>
              </a:p>
            </p:txBody>
          </p:sp>
          <p:cxnSp>
            <p:nvCxnSpPr>
              <p:cNvPr id="72" name="Straight Arrow Connector 71">
                <a:extLst>
                  <a:ext uri="{FF2B5EF4-FFF2-40B4-BE49-F238E27FC236}">
                    <a16:creationId xmlns:a16="http://schemas.microsoft.com/office/drawing/2014/main" id="{EF108FB5-EB3F-F05A-3917-B60C0DC7987F}"/>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6027FCC4-E05A-8104-BD17-1FC22C7C8467}"/>
                </a:ext>
              </a:extLst>
            </p:cNvPr>
            <p:cNvSpPr/>
            <p:nvPr/>
          </p:nvSpPr>
          <p:spPr>
            <a:xfrm>
              <a:off x="5331231" y="3034988"/>
              <a:ext cx="124257" cy="316578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C302E413-BC98-CFAA-5984-20F82D281D41}"/>
                </a:ext>
              </a:extLst>
            </p:cNvPr>
            <p:cNvGrpSpPr/>
            <p:nvPr/>
          </p:nvGrpSpPr>
          <p:grpSpPr>
            <a:xfrm>
              <a:off x="2716995" y="2660041"/>
              <a:ext cx="2603397" cy="400110"/>
              <a:chOff x="257570" y="1508109"/>
              <a:chExt cx="2793890" cy="429386"/>
            </a:xfrm>
          </p:grpSpPr>
          <p:sp>
            <p:nvSpPr>
              <p:cNvPr id="66" name="TextBox 65">
                <a:extLst>
                  <a:ext uri="{FF2B5EF4-FFF2-40B4-BE49-F238E27FC236}">
                    <a16:creationId xmlns:a16="http://schemas.microsoft.com/office/drawing/2014/main" id="{51B5A460-C83B-74CC-F822-2557057547A0}"/>
                  </a:ext>
                </a:extLst>
              </p:cNvPr>
              <p:cNvSpPr txBox="1"/>
              <p:nvPr/>
            </p:nvSpPr>
            <p:spPr>
              <a:xfrm>
                <a:off x="257570" y="1508109"/>
                <a:ext cx="2568741" cy="429386"/>
              </a:xfrm>
              <a:prstGeom prst="rect">
                <a:avLst/>
              </a:prstGeom>
              <a:noFill/>
            </p:spPr>
            <p:txBody>
              <a:bodyPr wrap="square" rtlCol="0">
                <a:spAutoFit/>
              </a:bodyPr>
              <a:lstStyle/>
              <a:p>
                <a:r>
                  <a:rPr lang="en-US" sz="1000"/>
                  <a:t>DEL /api/tasks/:taskId/attachments/:id {appToken}</a:t>
                </a:r>
              </a:p>
            </p:txBody>
          </p:sp>
          <p:cxnSp>
            <p:nvCxnSpPr>
              <p:cNvPr id="68" name="Straight Arrow Connector 67">
                <a:extLst>
                  <a:ext uri="{FF2B5EF4-FFF2-40B4-BE49-F238E27FC236}">
                    <a16:creationId xmlns:a16="http://schemas.microsoft.com/office/drawing/2014/main" id="{B8CD7BDC-EAF8-0F26-C5BF-686F9E1E870E}"/>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98C5B19-9557-21DF-6B95-A6052CDF7778}"/>
                </a:ext>
              </a:extLst>
            </p:cNvPr>
            <p:cNvGrpSpPr/>
            <p:nvPr/>
          </p:nvGrpSpPr>
          <p:grpSpPr>
            <a:xfrm>
              <a:off x="5465357" y="3341271"/>
              <a:ext cx="1880799" cy="246221"/>
              <a:chOff x="432780" y="1274111"/>
              <a:chExt cx="2018421" cy="264237"/>
            </a:xfrm>
          </p:grpSpPr>
          <p:sp>
            <p:nvSpPr>
              <p:cNvPr id="64" name="TextBox 63">
                <a:extLst>
                  <a:ext uri="{FF2B5EF4-FFF2-40B4-BE49-F238E27FC236}">
                    <a16:creationId xmlns:a16="http://schemas.microsoft.com/office/drawing/2014/main" id="{A1C7245A-0BF7-EE9A-40EB-D43CF2DE95C6}"/>
                  </a:ext>
                </a:extLst>
              </p:cNvPr>
              <p:cNvSpPr txBox="1"/>
              <p:nvPr/>
            </p:nvSpPr>
            <p:spPr>
              <a:xfrm>
                <a:off x="571762" y="1274111"/>
                <a:ext cx="1092733" cy="264237"/>
              </a:xfrm>
              <a:prstGeom prst="rect">
                <a:avLst/>
              </a:prstGeom>
              <a:noFill/>
            </p:spPr>
            <p:txBody>
              <a:bodyPr wrap="none" rtlCol="0">
                <a:spAutoFit/>
              </a:bodyPr>
              <a:lstStyle/>
              <a:p>
                <a:r>
                  <a:rPr lang="en-US" sz="1000"/>
                  <a:t>findTaskById(id)</a:t>
                </a:r>
              </a:p>
            </p:txBody>
          </p:sp>
          <p:cxnSp>
            <p:nvCxnSpPr>
              <p:cNvPr id="65" name="Straight Arrow Connector 64">
                <a:extLst>
                  <a:ext uri="{FF2B5EF4-FFF2-40B4-BE49-F238E27FC236}">
                    <a16:creationId xmlns:a16="http://schemas.microsoft.com/office/drawing/2014/main" id="{99FA81ED-DB10-BF95-129C-1CFB6D2A6F34}"/>
                  </a:ext>
                </a:extLst>
              </p:cNvPr>
              <p:cNvCxnSpPr>
                <a:cxnSpLocks/>
              </p:cNvCxnSpPr>
              <p:nvPr/>
            </p:nvCxnSpPr>
            <p:spPr>
              <a:xfrm>
                <a:off x="432780" y="1538348"/>
                <a:ext cx="20184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01C205B0-0774-6DA1-7BA5-3713F6C4B1D6}"/>
                </a:ext>
              </a:extLst>
            </p:cNvPr>
            <p:cNvSpPr/>
            <p:nvPr/>
          </p:nvSpPr>
          <p:spPr>
            <a:xfrm>
              <a:off x="7351022" y="3581245"/>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97C15EE6-EAFA-B54C-D66F-133EA664A703}"/>
                </a:ext>
              </a:extLst>
            </p:cNvPr>
            <p:cNvGrpSpPr/>
            <p:nvPr/>
          </p:nvGrpSpPr>
          <p:grpSpPr>
            <a:xfrm>
              <a:off x="5462620" y="3585761"/>
              <a:ext cx="1888299" cy="246221"/>
              <a:chOff x="1505858" y="2498990"/>
              <a:chExt cx="2026467" cy="264237"/>
            </a:xfrm>
          </p:grpSpPr>
          <p:sp>
            <p:nvSpPr>
              <p:cNvPr id="62" name="TextBox 61">
                <a:extLst>
                  <a:ext uri="{FF2B5EF4-FFF2-40B4-BE49-F238E27FC236}">
                    <a16:creationId xmlns:a16="http://schemas.microsoft.com/office/drawing/2014/main" id="{D8980700-3182-1504-C6FE-D83376B179C0}"/>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63" name="Straight Arrow Connector 62">
                <a:extLst>
                  <a:ext uri="{FF2B5EF4-FFF2-40B4-BE49-F238E27FC236}">
                    <a16:creationId xmlns:a16="http://schemas.microsoft.com/office/drawing/2014/main" id="{42621D5B-2D03-D2A7-BCDA-4A56862FBC76}"/>
                  </a:ext>
                </a:extLst>
              </p:cNvPr>
              <p:cNvCxnSpPr>
                <a:cxnSpLocks/>
              </p:cNvCxnSpPr>
              <p:nvPr/>
            </p:nvCxnSpPr>
            <p:spPr>
              <a:xfrm>
                <a:off x="1505858" y="2742599"/>
                <a:ext cx="20264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4D7E3D4B-78B1-57F2-53B6-F3718638FF28}"/>
                </a:ext>
              </a:extLst>
            </p:cNvPr>
            <p:cNvGrpSpPr/>
            <p:nvPr/>
          </p:nvGrpSpPr>
          <p:grpSpPr>
            <a:xfrm>
              <a:off x="2750769" y="5961650"/>
              <a:ext cx="2583909" cy="246221"/>
              <a:chOff x="868963" y="2498990"/>
              <a:chExt cx="2772976" cy="264237"/>
            </a:xfrm>
          </p:grpSpPr>
          <p:sp>
            <p:nvSpPr>
              <p:cNvPr id="60" name="TextBox 59">
                <a:extLst>
                  <a:ext uri="{FF2B5EF4-FFF2-40B4-BE49-F238E27FC236}">
                    <a16:creationId xmlns:a16="http://schemas.microsoft.com/office/drawing/2014/main" id="{229ACB2E-3F0A-15EC-8F76-9EBE33A6197D}"/>
                  </a:ext>
                </a:extLst>
              </p:cNvPr>
              <p:cNvSpPr txBox="1"/>
              <p:nvPr/>
            </p:nvSpPr>
            <p:spPr>
              <a:xfrm>
                <a:off x="1794557" y="2498990"/>
                <a:ext cx="1192510" cy="264237"/>
              </a:xfrm>
              <a:prstGeom prst="rect">
                <a:avLst/>
              </a:prstGeom>
              <a:noFill/>
            </p:spPr>
            <p:txBody>
              <a:bodyPr wrap="none" rtlCol="0">
                <a:spAutoFit/>
              </a:bodyPr>
              <a:lstStyle/>
              <a:p>
                <a:r>
                  <a:rPr lang="en-US" sz="1000"/>
                  <a:t>200, updatedTask</a:t>
                </a:r>
              </a:p>
            </p:txBody>
          </p:sp>
          <p:cxnSp>
            <p:nvCxnSpPr>
              <p:cNvPr id="61" name="Straight Arrow Connector 60">
                <a:extLst>
                  <a:ext uri="{FF2B5EF4-FFF2-40B4-BE49-F238E27FC236}">
                    <a16:creationId xmlns:a16="http://schemas.microsoft.com/office/drawing/2014/main" id="{77897ADE-357D-C01D-228B-524D58C6B4FA}"/>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432E462B-F257-7A1D-B774-CEA5456B0315}"/>
                </a:ext>
              </a:extLst>
            </p:cNvPr>
            <p:cNvGrpSpPr/>
            <p:nvPr/>
          </p:nvGrpSpPr>
          <p:grpSpPr>
            <a:xfrm>
              <a:off x="5282292" y="3053362"/>
              <a:ext cx="1364722" cy="246221"/>
              <a:chOff x="5224464" y="3479392"/>
              <a:chExt cx="1364722" cy="246221"/>
            </a:xfrm>
          </p:grpSpPr>
          <p:sp>
            <p:nvSpPr>
              <p:cNvPr id="37" name="TextBox 36">
                <a:extLst>
                  <a:ext uri="{FF2B5EF4-FFF2-40B4-BE49-F238E27FC236}">
                    <a16:creationId xmlns:a16="http://schemas.microsoft.com/office/drawing/2014/main" id="{00E24FDC-9133-CFD8-8931-13EC895C0EBA}"/>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EF362683-8E06-41C6-0936-7C5B0F5E6B40}"/>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8BF5E976-9F45-9379-08D9-0B27C297E3A9}"/>
                </a:ext>
              </a:extLst>
            </p:cNvPr>
            <p:cNvGrpSpPr/>
            <p:nvPr/>
          </p:nvGrpSpPr>
          <p:grpSpPr>
            <a:xfrm>
              <a:off x="1357991" y="2267567"/>
              <a:ext cx="1281450" cy="246221"/>
              <a:chOff x="1648293" y="-1503191"/>
              <a:chExt cx="1375215" cy="264237"/>
            </a:xfrm>
          </p:grpSpPr>
          <p:sp>
            <p:nvSpPr>
              <p:cNvPr id="58" name="TextBox 57">
                <a:extLst>
                  <a:ext uri="{FF2B5EF4-FFF2-40B4-BE49-F238E27FC236}">
                    <a16:creationId xmlns:a16="http://schemas.microsoft.com/office/drawing/2014/main" id="{63BD08B6-B080-2DE4-C606-31807DC13317}"/>
                  </a:ext>
                </a:extLst>
              </p:cNvPr>
              <p:cNvSpPr txBox="1"/>
              <p:nvPr/>
            </p:nvSpPr>
            <p:spPr>
              <a:xfrm>
                <a:off x="1759159" y="-1503191"/>
                <a:ext cx="1183907" cy="264237"/>
              </a:xfrm>
              <a:prstGeom prst="rect">
                <a:avLst/>
              </a:prstGeom>
              <a:noFill/>
            </p:spPr>
            <p:txBody>
              <a:bodyPr wrap="none" rtlCol="0">
                <a:spAutoFit/>
              </a:bodyPr>
              <a:lstStyle/>
              <a:p>
                <a:r>
                  <a:rPr lang="en-US" sz="1000"/>
                  <a:t>Task Detail Dialog</a:t>
                </a:r>
              </a:p>
            </p:txBody>
          </p:sp>
          <p:cxnSp>
            <p:nvCxnSpPr>
              <p:cNvPr id="59" name="Straight Arrow Connector 58">
                <a:extLst>
                  <a:ext uri="{FF2B5EF4-FFF2-40B4-BE49-F238E27FC236}">
                    <a16:creationId xmlns:a16="http://schemas.microsoft.com/office/drawing/2014/main" id="{FFF89FBD-744E-6B43-94BE-2D362B3B8715}"/>
                  </a:ext>
                </a:extLst>
              </p:cNvPr>
              <p:cNvCxnSpPr>
                <a:cxnSpLocks/>
              </p:cNvCxnSpPr>
              <p:nvPr/>
            </p:nvCxnSpPr>
            <p:spPr>
              <a:xfrm>
                <a:off x="1648293" y="-1259581"/>
                <a:ext cx="137521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F910F5ED-B83F-3733-3988-F9993F1D395C}"/>
                </a:ext>
              </a:extLst>
            </p:cNvPr>
            <p:cNvGrpSpPr/>
            <p:nvPr/>
          </p:nvGrpSpPr>
          <p:grpSpPr>
            <a:xfrm>
              <a:off x="1310332" y="2536079"/>
              <a:ext cx="1316179" cy="246221"/>
              <a:chOff x="432780" y="1666816"/>
              <a:chExt cx="1412485" cy="264237"/>
            </a:xfrm>
          </p:grpSpPr>
          <p:sp>
            <p:nvSpPr>
              <p:cNvPr id="55" name="TextBox 54">
                <a:extLst>
                  <a:ext uri="{FF2B5EF4-FFF2-40B4-BE49-F238E27FC236}">
                    <a16:creationId xmlns:a16="http://schemas.microsoft.com/office/drawing/2014/main" id="{37E92068-5124-D58F-26B2-E720E2CAD472}"/>
                  </a:ext>
                </a:extLst>
              </p:cNvPr>
              <p:cNvSpPr txBox="1"/>
              <p:nvPr/>
            </p:nvSpPr>
            <p:spPr>
              <a:xfrm>
                <a:off x="757043" y="1666816"/>
                <a:ext cx="779638" cy="264237"/>
              </a:xfrm>
              <a:prstGeom prst="rect">
                <a:avLst/>
              </a:prstGeom>
              <a:noFill/>
            </p:spPr>
            <p:txBody>
              <a:bodyPr wrap="none" rtlCol="0">
                <a:spAutoFit/>
              </a:bodyPr>
              <a:lstStyle/>
              <a:p>
                <a:r>
                  <a:rPr lang="en-US" sz="1000"/>
                  <a:t>delete File</a:t>
                </a:r>
              </a:p>
            </p:txBody>
          </p:sp>
          <p:cxnSp>
            <p:nvCxnSpPr>
              <p:cNvPr id="57" name="Straight Arrow Connector 56">
                <a:extLst>
                  <a:ext uri="{FF2B5EF4-FFF2-40B4-BE49-F238E27FC236}">
                    <a16:creationId xmlns:a16="http://schemas.microsoft.com/office/drawing/2014/main" id="{DD1E0395-D231-C50E-0379-61BE547D9F01}"/>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3621C4C7-9045-400D-2482-F263E2E07E9E}"/>
                </a:ext>
              </a:extLst>
            </p:cNvPr>
            <p:cNvGrpSpPr/>
            <p:nvPr/>
          </p:nvGrpSpPr>
          <p:grpSpPr>
            <a:xfrm>
              <a:off x="1302572" y="6100697"/>
              <a:ext cx="1330817" cy="246221"/>
              <a:chOff x="1588819" y="-1503191"/>
              <a:chExt cx="1428193" cy="264237"/>
            </a:xfrm>
          </p:grpSpPr>
          <p:sp>
            <p:nvSpPr>
              <p:cNvPr id="53" name="TextBox 52">
                <a:extLst>
                  <a:ext uri="{FF2B5EF4-FFF2-40B4-BE49-F238E27FC236}">
                    <a16:creationId xmlns:a16="http://schemas.microsoft.com/office/drawing/2014/main" id="{CD91BDE1-BD2D-92A3-F800-8FFE806739CF}"/>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2585C856-4862-2DDD-C067-F4BB3E0CCC7E}"/>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31A76FB1-AA1F-36FE-26D7-D9F13208E891}"/>
                </a:ext>
              </a:extLst>
            </p:cNvPr>
            <p:cNvGrpSpPr/>
            <p:nvPr/>
          </p:nvGrpSpPr>
          <p:grpSpPr>
            <a:xfrm>
              <a:off x="249232" y="802025"/>
              <a:ext cx="2481593" cy="295234"/>
              <a:chOff x="390525" y="886128"/>
              <a:chExt cx="2481593" cy="295234"/>
            </a:xfrm>
          </p:grpSpPr>
          <p:sp>
            <p:nvSpPr>
              <p:cNvPr id="51" name="Rectangle: Single Corner Snipped 50">
                <a:extLst>
                  <a:ext uri="{FF2B5EF4-FFF2-40B4-BE49-F238E27FC236}">
                    <a16:creationId xmlns:a16="http://schemas.microsoft.com/office/drawing/2014/main" id="{232C1161-A810-8FA4-F8DB-D70C7B6FAF23}"/>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6C884919-F9AD-A77D-BB75-3F6C047A9FA0}"/>
                  </a:ext>
                </a:extLst>
              </p:cNvPr>
              <p:cNvSpPr txBox="1"/>
              <p:nvPr/>
            </p:nvSpPr>
            <p:spPr>
              <a:xfrm>
                <a:off x="929036" y="904363"/>
                <a:ext cx="959878" cy="276999"/>
              </a:xfrm>
              <a:prstGeom prst="rect">
                <a:avLst/>
              </a:prstGeom>
              <a:noFill/>
            </p:spPr>
            <p:txBody>
              <a:bodyPr wrap="none" rtlCol="0">
                <a:spAutoFit/>
              </a:bodyPr>
              <a:lstStyle/>
              <a:p>
                <a:r>
                  <a:rPr lang="en-US" sz="1200" b="1"/>
                  <a:t>Xóa báo cáo</a:t>
                </a:r>
              </a:p>
            </p:txBody>
          </p:sp>
        </p:grpSp>
        <p:sp>
          <p:nvSpPr>
            <p:cNvPr id="45" name="Rectangle 44">
              <a:extLst>
                <a:ext uri="{FF2B5EF4-FFF2-40B4-BE49-F238E27FC236}">
                  <a16:creationId xmlns:a16="http://schemas.microsoft.com/office/drawing/2014/main" id="{31BE0C80-337B-3043-796E-E04554D740DC}"/>
                </a:ext>
              </a:extLst>
            </p:cNvPr>
            <p:cNvSpPr/>
            <p:nvPr/>
          </p:nvSpPr>
          <p:spPr>
            <a:xfrm>
              <a:off x="1233895" y="2486549"/>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4" name="TextBox 83">
              <a:extLst>
                <a:ext uri="{FF2B5EF4-FFF2-40B4-BE49-F238E27FC236}">
                  <a16:creationId xmlns:a16="http://schemas.microsoft.com/office/drawing/2014/main" id="{6CF0A7B2-912F-EB44-F794-E5E321877808}"/>
                </a:ext>
              </a:extLst>
            </p:cNvPr>
            <p:cNvSpPr txBox="1"/>
            <p:nvPr/>
          </p:nvSpPr>
          <p:spPr>
            <a:xfrm>
              <a:off x="5627183" y="4550122"/>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31A38B54-EEDB-0527-6C36-6F024DBC1576}"/>
                </a:ext>
              </a:extLst>
            </p:cNvPr>
            <p:cNvSpPr/>
            <p:nvPr/>
          </p:nvSpPr>
          <p:spPr>
            <a:xfrm>
              <a:off x="5282292" y="456353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07E56866-C417-D136-0FC8-09786CC8C526}"/>
                </a:ext>
              </a:extLst>
            </p:cNvPr>
            <p:cNvGrpSpPr/>
            <p:nvPr/>
          </p:nvGrpSpPr>
          <p:grpSpPr>
            <a:xfrm>
              <a:off x="5465357" y="4784004"/>
              <a:ext cx="1880800" cy="246221"/>
              <a:chOff x="432780" y="1274111"/>
              <a:chExt cx="2018420" cy="264237"/>
            </a:xfrm>
          </p:grpSpPr>
          <p:sp>
            <p:nvSpPr>
              <p:cNvPr id="89" name="TextBox 88">
                <a:extLst>
                  <a:ext uri="{FF2B5EF4-FFF2-40B4-BE49-F238E27FC236}">
                    <a16:creationId xmlns:a16="http://schemas.microsoft.com/office/drawing/2014/main" id="{AE8B5A8F-5A60-F3E7-4981-25F9E63C3F45}"/>
                  </a:ext>
                </a:extLst>
              </p:cNvPr>
              <p:cNvSpPr txBox="1"/>
              <p:nvPr/>
            </p:nvSpPr>
            <p:spPr>
              <a:xfrm>
                <a:off x="571762" y="1274111"/>
                <a:ext cx="1758487" cy="264237"/>
              </a:xfrm>
              <a:prstGeom prst="rect">
                <a:avLst/>
              </a:prstGeom>
              <a:noFill/>
            </p:spPr>
            <p:txBody>
              <a:bodyPr wrap="none" rtlCol="0">
                <a:spAutoFit/>
              </a:bodyPr>
              <a:lstStyle/>
              <a:p>
                <a:r>
                  <a:rPr lang="en-US" sz="1000"/>
                  <a:t>findTaskAttachmentById(id)</a:t>
                </a:r>
              </a:p>
            </p:txBody>
          </p:sp>
          <p:cxnSp>
            <p:nvCxnSpPr>
              <p:cNvPr id="90" name="Straight Arrow Connector 89">
                <a:extLst>
                  <a:ext uri="{FF2B5EF4-FFF2-40B4-BE49-F238E27FC236}">
                    <a16:creationId xmlns:a16="http://schemas.microsoft.com/office/drawing/2014/main" id="{F740253A-D8EF-C61F-B3B6-55AA2582B16D}"/>
                  </a:ext>
                </a:extLst>
              </p:cNvPr>
              <p:cNvCxnSpPr>
                <a:cxnSpLocks/>
              </p:cNvCxnSpPr>
              <p:nvPr/>
            </p:nvCxnSpPr>
            <p:spPr>
              <a:xfrm>
                <a:off x="432780" y="1538348"/>
                <a:ext cx="2018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F2E07687-42B1-F515-8F6C-812343486446}"/>
                </a:ext>
              </a:extLst>
            </p:cNvPr>
            <p:cNvSpPr/>
            <p:nvPr/>
          </p:nvSpPr>
          <p:spPr>
            <a:xfrm>
              <a:off x="7351022" y="5023978"/>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880FAFD6-2A7D-4A29-213B-44DA52782226}"/>
                </a:ext>
              </a:extLst>
            </p:cNvPr>
            <p:cNvGrpSpPr/>
            <p:nvPr/>
          </p:nvGrpSpPr>
          <p:grpSpPr>
            <a:xfrm>
              <a:off x="5462620" y="5028494"/>
              <a:ext cx="1909242" cy="246221"/>
              <a:chOff x="1505858" y="2498990"/>
              <a:chExt cx="2048941" cy="264237"/>
            </a:xfrm>
          </p:grpSpPr>
          <p:sp>
            <p:nvSpPr>
              <p:cNvPr id="94" name="TextBox 93">
                <a:extLst>
                  <a:ext uri="{FF2B5EF4-FFF2-40B4-BE49-F238E27FC236}">
                    <a16:creationId xmlns:a16="http://schemas.microsoft.com/office/drawing/2014/main" id="{93FF24AD-A734-B1F9-19E5-24B077146EFC}"/>
                  </a:ext>
                </a:extLst>
              </p:cNvPr>
              <p:cNvSpPr txBox="1"/>
              <p:nvPr/>
            </p:nvSpPr>
            <p:spPr>
              <a:xfrm>
                <a:off x="1627725" y="2498990"/>
                <a:ext cx="1927074" cy="264237"/>
              </a:xfrm>
              <a:prstGeom prst="rect">
                <a:avLst/>
              </a:prstGeom>
              <a:noFill/>
            </p:spPr>
            <p:txBody>
              <a:bodyPr wrap="none" rtlCol="0">
                <a:spAutoFit/>
              </a:bodyPr>
              <a:lstStyle/>
              <a:p>
                <a:r>
                  <a:rPr lang="en-US" sz="1000"/>
                  <a:t>fileInfo{fileId, fileName, fileUrl}</a:t>
                </a:r>
              </a:p>
            </p:txBody>
          </p:sp>
          <p:cxnSp>
            <p:nvCxnSpPr>
              <p:cNvPr id="95" name="Straight Arrow Connector 94">
                <a:extLst>
                  <a:ext uri="{FF2B5EF4-FFF2-40B4-BE49-F238E27FC236}">
                    <a16:creationId xmlns:a16="http://schemas.microsoft.com/office/drawing/2014/main" id="{0A0A4581-2DAD-449C-E295-800839B64B51}"/>
                  </a:ext>
                </a:extLst>
              </p:cNvPr>
              <p:cNvCxnSpPr>
                <a:cxnSpLocks/>
              </p:cNvCxnSpPr>
              <p:nvPr/>
            </p:nvCxnSpPr>
            <p:spPr>
              <a:xfrm>
                <a:off x="1505858" y="2742599"/>
                <a:ext cx="2013689"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F4EF614-09B7-A1BC-B3DB-8E78405520CB}"/>
                </a:ext>
              </a:extLst>
            </p:cNvPr>
            <p:cNvGrpSpPr/>
            <p:nvPr/>
          </p:nvGrpSpPr>
          <p:grpSpPr>
            <a:xfrm>
              <a:off x="5465357" y="3908962"/>
              <a:ext cx="1905954" cy="246221"/>
              <a:chOff x="432780" y="1274111"/>
              <a:chExt cx="2045416" cy="264237"/>
            </a:xfrm>
          </p:grpSpPr>
          <p:sp>
            <p:nvSpPr>
              <p:cNvPr id="21" name="TextBox 20">
                <a:extLst>
                  <a:ext uri="{FF2B5EF4-FFF2-40B4-BE49-F238E27FC236}">
                    <a16:creationId xmlns:a16="http://schemas.microsoft.com/office/drawing/2014/main" id="{899E8201-213E-E5F9-2C9E-927E51DC8335}"/>
                  </a:ext>
                </a:extLst>
              </p:cNvPr>
              <p:cNvSpPr txBox="1"/>
              <p:nvPr/>
            </p:nvSpPr>
            <p:spPr>
              <a:xfrm>
                <a:off x="571762" y="1274111"/>
                <a:ext cx="1906434" cy="264237"/>
              </a:xfrm>
              <a:prstGeom prst="rect">
                <a:avLst/>
              </a:prstGeom>
              <a:noFill/>
            </p:spPr>
            <p:txBody>
              <a:bodyPr wrap="none" rtlCol="0">
                <a:spAutoFit/>
              </a:bodyPr>
              <a:lstStyle/>
              <a:p>
                <a:r>
                  <a:rPr lang="en-US" sz="1000"/>
                  <a:t>findProjectById(task.projectId)</a:t>
                </a:r>
              </a:p>
            </p:txBody>
          </p:sp>
          <p:cxnSp>
            <p:nvCxnSpPr>
              <p:cNvPr id="23" name="Straight Arrow Connector 22">
                <a:extLst>
                  <a:ext uri="{FF2B5EF4-FFF2-40B4-BE49-F238E27FC236}">
                    <a16:creationId xmlns:a16="http://schemas.microsoft.com/office/drawing/2014/main" id="{328EB9E4-762C-18FA-3275-4D6991178F05}"/>
                  </a:ext>
                </a:extLst>
              </p:cNvPr>
              <p:cNvCxnSpPr>
                <a:cxnSpLocks/>
              </p:cNvCxnSpPr>
              <p:nvPr/>
            </p:nvCxnSpPr>
            <p:spPr>
              <a:xfrm>
                <a:off x="432780" y="1538348"/>
                <a:ext cx="20209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280425DB-1427-2C50-1075-424921F6E788}"/>
                </a:ext>
              </a:extLst>
            </p:cNvPr>
            <p:cNvSpPr/>
            <p:nvPr/>
          </p:nvSpPr>
          <p:spPr>
            <a:xfrm>
              <a:off x="7351022" y="414893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963CDABC-1248-FE7C-F40C-00F59328D1F8}"/>
                </a:ext>
              </a:extLst>
            </p:cNvPr>
            <p:cNvGrpSpPr/>
            <p:nvPr/>
          </p:nvGrpSpPr>
          <p:grpSpPr>
            <a:xfrm>
              <a:off x="5462620" y="4153452"/>
              <a:ext cx="1938305" cy="246221"/>
              <a:chOff x="1505858" y="2498990"/>
              <a:chExt cx="2080132" cy="264237"/>
            </a:xfrm>
          </p:grpSpPr>
          <p:sp>
            <p:nvSpPr>
              <p:cNvPr id="34" name="TextBox 33">
                <a:extLst>
                  <a:ext uri="{FF2B5EF4-FFF2-40B4-BE49-F238E27FC236}">
                    <a16:creationId xmlns:a16="http://schemas.microsoft.com/office/drawing/2014/main" id="{E17D9449-0188-6DD7-69CB-EFE760AD12D3}"/>
                  </a:ext>
                </a:extLst>
              </p:cNvPr>
              <p:cNvSpPr txBox="1"/>
              <p:nvPr/>
            </p:nvSpPr>
            <p:spPr>
              <a:xfrm>
                <a:off x="2362570"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EF5F4710-695D-B2B2-3979-EDC28A20B11E}"/>
                  </a:ext>
                </a:extLst>
              </p:cNvPr>
              <p:cNvCxnSpPr>
                <a:cxnSpLocks/>
              </p:cNvCxnSpPr>
              <p:nvPr/>
            </p:nvCxnSpPr>
            <p:spPr>
              <a:xfrm>
                <a:off x="1505858" y="2742599"/>
                <a:ext cx="208013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5403C193-2838-61E8-4BB8-F24713302880}"/>
                </a:ext>
              </a:extLst>
            </p:cNvPr>
            <p:cNvCxnSpPr>
              <a:cxnSpLocks/>
            </p:cNvCxnSpPr>
            <p:nvPr/>
          </p:nvCxnSpPr>
          <p:spPr>
            <a:xfrm>
              <a:off x="8486134" y="2013328"/>
              <a:ext cx="0" cy="453409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5EA0BD60-254C-6006-E473-EAE8739A43AC}"/>
                </a:ext>
              </a:extLst>
            </p:cNvPr>
            <p:cNvGrpSpPr/>
            <p:nvPr/>
          </p:nvGrpSpPr>
          <p:grpSpPr>
            <a:xfrm>
              <a:off x="7990734" y="1205307"/>
              <a:ext cx="1000564" cy="808020"/>
              <a:chOff x="-129155" y="924202"/>
              <a:chExt cx="1073776" cy="867143"/>
            </a:xfrm>
          </p:grpSpPr>
          <p:grpSp>
            <p:nvGrpSpPr>
              <p:cNvPr id="6" name="Group 5">
                <a:extLst>
                  <a:ext uri="{FF2B5EF4-FFF2-40B4-BE49-F238E27FC236}">
                    <a16:creationId xmlns:a16="http://schemas.microsoft.com/office/drawing/2014/main" id="{9E27DC1B-8FA2-2A32-A4E6-E86128720BBC}"/>
                  </a:ext>
                </a:extLst>
              </p:cNvPr>
              <p:cNvGrpSpPr/>
              <p:nvPr/>
            </p:nvGrpSpPr>
            <p:grpSpPr>
              <a:xfrm>
                <a:off x="232341" y="924202"/>
                <a:ext cx="350785" cy="602906"/>
                <a:chOff x="1044226" y="1792224"/>
                <a:chExt cx="493522" cy="848233"/>
              </a:xfrm>
            </p:grpSpPr>
            <p:sp>
              <p:nvSpPr>
                <p:cNvPr id="12" name="Oval 11">
                  <a:extLst>
                    <a:ext uri="{FF2B5EF4-FFF2-40B4-BE49-F238E27FC236}">
                      <a16:creationId xmlns:a16="http://schemas.microsoft.com/office/drawing/2014/main" id="{A94CAB3B-E557-5877-20AC-3FADCA01FC9E}"/>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3" name="Straight Connector 12">
                  <a:extLst>
                    <a:ext uri="{FF2B5EF4-FFF2-40B4-BE49-F238E27FC236}">
                      <a16:creationId xmlns:a16="http://schemas.microsoft.com/office/drawing/2014/main" id="{F8A8AC5C-2783-CB67-55A3-B2E4F332F62F}"/>
                    </a:ext>
                  </a:extLst>
                </p:cNvPr>
                <p:cNvCxnSpPr>
                  <a:cxnSpLocks/>
                  <a:stCxn id="12"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884A592-D4E5-9244-A343-173597B40E6E}"/>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B3569CA-137E-152B-CA8F-E63E7C279ECB}"/>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BF7F59-5A03-56A2-51CE-D62FEBEB9716}"/>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18F45E7D-B559-A0E3-1F3B-02E091BF9338}"/>
                  </a:ext>
                </a:extLst>
              </p:cNvPr>
              <p:cNvSpPr txBox="1"/>
              <p:nvPr/>
            </p:nvSpPr>
            <p:spPr>
              <a:xfrm>
                <a:off x="-129155" y="1527108"/>
                <a:ext cx="1073776" cy="264237"/>
              </a:xfrm>
              <a:prstGeom prst="rect">
                <a:avLst/>
              </a:prstGeom>
              <a:noFill/>
            </p:spPr>
            <p:txBody>
              <a:bodyPr wrap="square" rtlCol="0">
                <a:spAutoFit/>
              </a:bodyPr>
              <a:lstStyle/>
              <a:p>
                <a:pPr algn="ctr"/>
                <a:r>
                  <a:rPr lang="en-US" sz="1000" b="1"/>
                  <a:t>Cloudinary</a:t>
                </a:r>
              </a:p>
            </p:txBody>
          </p:sp>
        </p:grpSp>
        <p:grpSp>
          <p:nvGrpSpPr>
            <p:cNvPr id="118" name="Group 117">
              <a:extLst>
                <a:ext uri="{FF2B5EF4-FFF2-40B4-BE49-F238E27FC236}">
                  <a16:creationId xmlns:a16="http://schemas.microsoft.com/office/drawing/2014/main" id="{1248B457-7728-878F-5E29-D6E885042869}"/>
                </a:ext>
              </a:extLst>
            </p:cNvPr>
            <p:cNvGrpSpPr/>
            <p:nvPr/>
          </p:nvGrpSpPr>
          <p:grpSpPr>
            <a:xfrm>
              <a:off x="5465357" y="5323186"/>
              <a:ext cx="3008718" cy="246221"/>
              <a:chOff x="432780" y="1274111"/>
              <a:chExt cx="3228868" cy="264237"/>
            </a:xfrm>
          </p:grpSpPr>
          <p:sp>
            <p:nvSpPr>
              <p:cNvPr id="119" name="TextBox 118">
                <a:extLst>
                  <a:ext uri="{FF2B5EF4-FFF2-40B4-BE49-F238E27FC236}">
                    <a16:creationId xmlns:a16="http://schemas.microsoft.com/office/drawing/2014/main" id="{97C807BD-C3D1-0C35-B7C5-758AE18DD9B1}"/>
                  </a:ext>
                </a:extLst>
              </p:cNvPr>
              <p:cNvSpPr txBox="1"/>
              <p:nvPr/>
            </p:nvSpPr>
            <p:spPr>
              <a:xfrm>
                <a:off x="865052" y="1274111"/>
                <a:ext cx="1209713" cy="264237"/>
              </a:xfrm>
              <a:prstGeom prst="rect">
                <a:avLst/>
              </a:prstGeom>
              <a:noFill/>
            </p:spPr>
            <p:txBody>
              <a:bodyPr wrap="none" rtlCol="0">
                <a:spAutoFit/>
              </a:bodyPr>
              <a:lstStyle/>
              <a:p>
                <a:r>
                  <a:rPr lang="en-US" sz="1000"/>
                  <a:t>destroy(fileName)</a:t>
                </a:r>
              </a:p>
            </p:txBody>
          </p:sp>
          <p:cxnSp>
            <p:nvCxnSpPr>
              <p:cNvPr id="120" name="Straight Arrow Connector 119">
                <a:extLst>
                  <a:ext uri="{FF2B5EF4-FFF2-40B4-BE49-F238E27FC236}">
                    <a16:creationId xmlns:a16="http://schemas.microsoft.com/office/drawing/2014/main" id="{A77DDAB5-E357-C4A3-0873-0F27A3AC885B}"/>
                  </a:ext>
                </a:extLst>
              </p:cNvPr>
              <p:cNvCxnSpPr>
                <a:cxnSpLocks/>
              </p:cNvCxnSpPr>
              <p:nvPr/>
            </p:nvCxnSpPr>
            <p:spPr>
              <a:xfrm>
                <a:off x="432780" y="1538348"/>
                <a:ext cx="32288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24" name="Group 1023">
              <a:extLst>
                <a:ext uri="{FF2B5EF4-FFF2-40B4-BE49-F238E27FC236}">
                  <a16:creationId xmlns:a16="http://schemas.microsoft.com/office/drawing/2014/main" id="{573BE220-3D00-23A7-F7F1-E8CF1FFEF1F3}"/>
                </a:ext>
              </a:extLst>
            </p:cNvPr>
            <p:cNvGrpSpPr/>
            <p:nvPr/>
          </p:nvGrpSpPr>
          <p:grpSpPr>
            <a:xfrm>
              <a:off x="5465357" y="5605539"/>
              <a:ext cx="1880800" cy="246221"/>
              <a:chOff x="432780" y="1274111"/>
              <a:chExt cx="2018420" cy="264237"/>
            </a:xfrm>
          </p:grpSpPr>
          <p:sp>
            <p:nvSpPr>
              <p:cNvPr id="1025" name="TextBox 1024">
                <a:extLst>
                  <a:ext uri="{FF2B5EF4-FFF2-40B4-BE49-F238E27FC236}">
                    <a16:creationId xmlns:a16="http://schemas.microsoft.com/office/drawing/2014/main" id="{3826A5EB-24BE-E381-3077-2CC260C1A77D}"/>
                  </a:ext>
                </a:extLst>
              </p:cNvPr>
              <p:cNvSpPr txBox="1"/>
              <p:nvPr/>
            </p:nvSpPr>
            <p:spPr>
              <a:xfrm>
                <a:off x="571762" y="1274111"/>
                <a:ext cx="1829019" cy="264237"/>
              </a:xfrm>
              <a:prstGeom prst="rect">
                <a:avLst/>
              </a:prstGeom>
              <a:noFill/>
            </p:spPr>
            <p:txBody>
              <a:bodyPr wrap="none" rtlCol="0">
                <a:spAutoFit/>
              </a:bodyPr>
              <a:lstStyle/>
              <a:p>
                <a:r>
                  <a:rPr lang="en-US" sz="1000"/>
                  <a:t>deleteTaskAttachment(fileId)</a:t>
                </a:r>
              </a:p>
            </p:txBody>
          </p:sp>
          <p:cxnSp>
            <p:nvCxnSpPr>
              <p:cNvPr id="1026" name="Straight Arrow Connector 1025">
                <a:extLst>
                  <a:ext uri="{FF2B5EF4-FFF2-40B4-BE49-F238E27FC236}">
                    <a16:creationId xmlns:a16="http://schemas.microsoft.com/office/drawing/2014/main" id="{10C4221B-02FA-5E9C-DD6A-715D85A59CFE}"/>
                  </a:ext>
                </a:extLst>
              </p:cNvPr>
              <p:cNvCxnSpPr>
                <a:cxnSpLocks/>
              </p:cNvCxnSpPr>
              <p:nvPr/>
            </p:nvCxnSpPr>
            <p:spPr>
              <a:xfrm>
                <a:off x="432780" y="1538348"/>
                <a:ext cx="2018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27" name="Rectangle 1026">
              <a:extLst>
                <a:ext uri="{FF2B5EF4-FFF2-40B4-BE49-F238E27FC236}">
                  <a16:creationId xmlns:a16="http://schemas.microsoft.com/office/drawing/2014/main" id="{7E3B73E0-FD3A-0B45-E173-B2FF105A0A3B}"/>
                </a:ext>
              </a:extLst>
            </p:cNvPr>
            <p:cNvSpPr/>
            <p:nvPr/>
          </p:nvSpPr>
          <p:spPr>
            <a:xfrm>
              <a:off x="7351022" y="584551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1028" name="Group 1027">
              <a:extLst>
                <a:ext uri="{FF2B5EF4-FFF2-40B4-BE49-F238E27FC236}">
                  <a16:creationId xmlns:a16="http://schemas.microsoft.com/office/drawing/2014/main" id="{0D5A5E17-2B41-982C-A6B7-31028B3F2D4F}"/>
                </a:ext>
              </a:extLst>
            </p:cNvPr>
            <p:cNvGrpSpPr/>
            <p:nvPr/>
          </p:nvGrpSpPr>
          <p:grpSpPr>
            <a:xfrm>
              <a:off x="5462620" y="5850029"/>
              <a:ext cx="1876394" cy="246221"/>
              <a:chOff x="1505858" y="2498990"/>
              <a:chExt cx="2013689" cy="264237"/>
            </a:xfrm>
          </p:grpSpPr>
          <p:sp>
            <p:nvSpPr>
              <p:cNvPr id="1029" name="TextBox 1028">
                <a:extLst>
                  <a:ext uri="{FF2B5EF4-FFF2-40B4-BE49-F238E27FC236}">
                    <a16:creationId xmlns:a16="http://schemas.microsoft.com/office/drawing/2014/main" id="{D947EE64-3801-BE8A-B4A5-62308187CE62}"/>
                  </a:ext>
                </a:extLst>
              </p:cNvPr>
              <p:cNvSpPr txBox="1"/>
              <p:nvPr/>
            </p:nvSpPr>
            <p:spPr>
              <a:xfrm>
                <a:off x="1992473" y="2498990"/>
                <a:ext cx="915541" cy="264237"/>
              </a:xfrm>
              <a:prstGeom prst="rect">
                <a:avLst/>
              </a:prstGeom>
              <a:noFill/>
            </p:spPr>
            <p:txBody>
              <a:bodyPr wrap="none" rtlCol="0">
                <a:spAutoFit/>
              </a:bodyPr>
              <a:lstStyle/>
              <a:p>
                <a:r>
                  <a:rPr lang="en-US" sz="1000"/>
                  <a:t>updatedTask</a:t>
                </a:r>
              </a:p>
            </p:txBody>
          </p:sp>
          <p:cxnSp>
            <p:nvCxnSpPr>
              <p:cNvPr id="1030" name="Straight Arrow Connector 1029">
                <a:extLst>
                  <a:ext uri="{FF2B5EF4-FFF2-40B4-BE49-F238E27FC236}">
                    <a16:creationId xmlns:a16="http://schemas.microsoft.com/office/drawing/2014/main" id="{F4DEABC4-702B-3B1A-F38D-DF64991C6F5B}"/>
                  </a:ext>
                </a:extLst>
              </p:cNvPr>
              <p:cNvCxnSpPr>
                <a:cxnSpLocks/>
              </p:cNvCxnSpPr>
              <p:nvPr/>
            </p:nvCxnSpPr>
            <p:spPr>
              <a:xfrm>
                <a:off x="1505858" y="2742599"/>
                <a:ext cx="2013689"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1134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4C7B-6FDE-069A-684E-E6ACD27647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56AB6D-D157-02C0-BE72-572DB3EE8325}"/>
              </a:ext>
            </a:extLst>
          </p:cNvPr>
          <p:cNvSpPr>
            <a:spLocks noGrp="1"/>
          </p:cNvSpPr>
          <p:nvPr>
            <p:ph type="sldNum" sz="quarter" idx="12"/>
          </p:nvPr>
        </p:nvSpPr>
        <p:spPr/>
        <p:txBody>
          <a:bodyPr/>
          <a:lstStyle/>
          <a:p>
            <a:fld id="{9EA0BE3B-158A-4EDF-80DC-E394A0D1600F}" type="slidenum">
              <a:rPr lang="en-US" smtClean="0"/>
              <a:pPr/>
              <a:t>28</a:t>
            </a:fld>
            <a:endParaRPr lang="en-US"/>
          </a:p>
        </p:txBody>
      </p:sp>
      <p:sp>
        <p:nvSpPr>
          <p:cNvPr id="3" name="Title 2">
            <a:extLst>
              <a:ext uri="{FF2B5EF4-FFF2-40B4-BE49-F238E27FC236}">
                <a16:creationId xmlns:a16="http://schemas.microsoft.com/office/drawing/2014/main" id="{E8425E92-E7E7-957F-D640-FF8164513324}"/>
              </a:ext>
            </a:extLst>
          </p:cNvPr>
          <p:cNvSpPr>
            <a:spLocks noGrp="1"/>
          </p:cNvSpPr>
          <p:nvPr>
            <p:ph type="title"/>
          </p:nvPr>
        </p:nvSpPr>
        <p:spPr/>
        <p:txBody>
          <a:bodyPr/>
          <a:lstStyle/>
          <a:p>
            <a:r>
              <a:rPr lang="en-US"/>
              <a:t>Xóa công việc</a:t>
            </a:r>
          </a:p>
        </p:txBody>
      </p:sp>
      <p:grpSp>
        <p:nvGrpSpPr>
          <p:cNvPr id="67" name="Group 66">
            <a:extLst>
              <a:ext uri="{FF2B5EF4-FFF2-40B4-BE49-F238E27FC236}">
                <a16:creationId xmlns:a16="http://schemas.microsoft.com/office/drawing/2014/main" id="{DE7E7783-C8E6-72EB-F55A-0B7259DD60DE}"/>
              </a:ext>
            </a:extLst>
          </p:cNvPr>
          <p:cNvGrpSpPr/>
          <p:nvPr/>
        </p:nvGrpSpPr>
        <p:grpSpPr>
          <a:xfrm>
            <a:off x="249232" y="843361"/>
            <a:ext cx="8742065" cy="5366939"/>
            <a:chOff x="249232" y="843361"/>
            <a:chExt cx="8742065" cy="5366939"/>
          </a:xfrm>
        </p:grpSpPr>
        <p:sp>
          <p:nvSpPr>
            <p:cNvPr id="15" name="Rectangle 14">
              <a:extLst>
                <a:ext uri="{FF2B5EF4-FFF2-40B4-BE49-F238E27FC236}">
                  <a16:creationId xmlns:a16="http://schemas.microsoft.com/office/drawing/2014/main" id="{424C57C5-DE6B-4F42-E987-52BA50D0DBA6}"/>
                </a:ext>
              </a:extLst>
            </p:cNvPr>
            <p:cNvSpPr/>
            <p:nvPr/>
          </p:nvSpPr>
          <p:spPr>
            <a:xfrm>
              <a:off x="249232" y="843361"/>
              <a:ext cx="8742065" cy="53669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926623F6-FCC8-61E2-DB36-1E99C8653056}"/>
                </a:ext>
              </a:extLst>
            </p:cNvPr>
            <p:cNvCxnSpPr>
              <a:cxnSpLocks/>
              <a:stCxn id="19" idx="2"/>
            </p:cNvCxnSpPr>
            <p:nvPr/>
          </p:nvCxnSpPr>
          <p:spPr>
            <a:xfrm>
              <a:off x="2425467" y="2016173"/>
              <a:ext cx="0" cy="417507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A826056-7E91-B57D-3837-5BDB77A7CAE0}"/>
                </a:ext>
              </a:extLst>
            </p:cNvPr>
            <p:cNvCxnSpPr>
              <a:cxnSpLocks/>
            </p:cNvCxnSpPr>
            <p:nvPr/>
          </p:nvCxnSpPr>
          <p:spPr>
            <a:xfrm>
              <a:off x="5128670" y="2019067"/>
              <a:ext cx="0" cy="4162658"/>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221E6B3-0168-CE1D-0640-80393CD288A5}"/>
                </a:ext>
              </a:extLst>
            </p:cNvPr>
            <p:cNvCxnSpPr>
              <a:cxnSpLocks/>
            </p:cNvCxnSpPr>
            <p:nvPr/>
          </p:nvCxnSpPr>
          <p:spPr>
            <a:xfrm>
              <a:off x="7138296" y="2016174"/>
              <a:ext cx="0" cy="415602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05F167C-114D-B4FE-8EFD-0D1D73E45B29}"/>
                </a:ext>
              </a:extLst>
            </p:cNvPr>
            <p:cNvCxnSpPr>
              <a:cxnSpLocks/>
            </p:cNvCxnSpPr>
            <p:nvPr/>
          </p:nvCxnSpPr>
          <p:spPr>
            <a:xfrm>
              <a:off x="1033927" y="2016174"/>
              <a:ext cx="0" cy="413697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45E07087-D786-AF51-6C7D-11FC4BB4575D}"/>
                </a:ext>
              </a:extLst>
            </p:cNvPr>
            <p:cNvSpPr/>
            <p:nvPr/>
          </p:nvSpPr>
          <p:spPr>
            <a:xfrm>
              <a:off x="1839121" y="1493494"/>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09663735-5EB2-6516-D406-5217EA69DF79}"/>
                </a:ext>
              </a:extLst>
            </p:cNvPr>
            <p:cNvSpPr/>
            <p:nvPr/>
          </p:nvSpPr>
          <p:spPr>
            <a:xfrm>
              <a:off x="4542325" y="1494214"/>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0D63EF21-C495-45FB-E185-A0A62F7D5ACF}"/>
                </a:ext>
              </a:extLst>
            </p:cNvPr>
            <p:cNvSpPr/>
            <p:nvPr/>
          </p:nvSpPr>
          <p:spPr>
            <a:xfrm>
              <a:off x="6551950" y="1493494"/>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9021EFB1-774C-CB21-700A-DFFB4BD9CDCA}"/>
                </a:ext>
              </a:extLst>
            </p:cNvPr>
            <p:cNvGrpSpPr/>
            <p:nvPr/>
          </p:nvGrpSpPr>
          <p:grpSpPr>
            <a:xfrm>
              <a:off x="380618" y="1252933"/>
              <a:ext cx="1289382" cy="808020"/>
              <a:chOff x="-284131" y="924202"/>
              <a:chExt cx="1383727" cy="867143"/>
            </a:xfrm>
          </p:grpSpPr>
          <p:grpSp>
            <p:nvGrpSpPr>
              <p:cNvPr id="73" name="Group 72">
                <a:extLst>
                  <a:ext uri="{FF2B5EF4-FFF2-40B4-BE49-F238E27FC236}">
                    <a16:creationId xmlns:a16="http://schemas.microsoft.com/office/drawing/2014/main" id="{97074965-73FF-307B-5E67-6109BCFD5A87}"/>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5FD798C0-63FD-D7E3-D681-0F09586460E7}"/>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31910FDF-FB1D-9539-AF89-1E8B2B59A076}"/>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2BCC05A-3A4A-42C0-0D6B-D0FB1075DC94}"/>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50C13B2-6498-AC13-C1E5-A47EA1DE1B3C}"/>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F16BD67-0943-B4D2-4C39-A42E47C5D72F}"/>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C598F50-668A-229C-9FFF-5C152F3D6679}"/>
                  </a:ext>
                </a:extLst>
              </p:cNvPr>
              <p:cNvSpPr txBox="1"/>
              <p:nvPr/>
            </p:nvSpPr>
            <p:spPr>
              <a:xfrm>
                <a:off x="-284131" y="1527108"/>
                <a:ext cx="1383727" cy="264237"/>
              </a:xfrm>
              <a:prstGeom prst="rect">
                <a:avLst/>
              </a:prstGeom>
              <a:noFill/>
            </p:spPr>
            <p:txBody>
              <a:bodyPr wrap="square" rtlCol="0">
                <a:spAutoFit/>
              </a:bodyPr>
              <a:lstStyle/>
              <a:p>
                <a:pPr algn="ctr"/>
                <a:r>
                  <a:rPr lang="en-US" sz="1000" b="1"/>
                  <a:t>OWNER/LEADER</a:t>
                </a:r>
              </a:p>
            </p:txBody>
          </p:sp>
        </p:grpSp>
        <p:sp>
          <p:nvSpPr>
            <p:cNvPr id="25" name="Rectangle 24">
              <a:extLst>
                <a:ext uri="{FF2B5EF4-FFF2-40B4-BE49-F238E27FC236}">
                  <a16:creationId xmlns:a16="http://schemas.microsoft.com/office/drawing/2014/main" id="{7BC561C3-622B-EDE2-F894-FEF18B03E373}"/>
                </a:ext>
              </a:extLst>
            </p:cNvPr>
            <p:cNvSpPr/>
            <p:nvPr/>
          </p:nvSpPr>
          <p:spPr>
            <a:xfrm>
              <a:off x="2363337" y="2234738"/>
              <a:ext cx="124257" cy="3636959"/>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7" name="Rectangle 26">
              <a:extLst>
                <a:ext uri="{FF2B5EF4-FFF2-40B4-BE49-F238E27FC236}">
                  <a16:creationId xmlns:a16="http://schemas.microsoft.com/office/drawing/2014/main" id="{7A7BE3A5-BB9C-651C-C77B-4CE368CB4E3A}"/>
                </a:ext>
              </a:extLst>
            </p:cNvPr>
            <p:cNvSpPr/>
            <p:nvPr/>
          </p:nvSpPr>
          <p:spPr>
            <a:xfrm>
              <a:off x="5064816" y="2559862"/>
              <a:ext cx="124257" cy="306570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66617193-45CC-3ED1-941D-9935C5224A3C}"/>
                </a:ext>
              </a:extLst>
            </p:cNvPr>
            <p:cNvGrpSpPr/>
            <p:nvPr/>
          </p:nvGrpSpPr>
          <p:grpSpPr>
            <a:xfrm>
              <a:off x="2450580" y="2323884"/>
              <a:ext cx="2603397" cy="246941"/>
              <a:chOff x="257570" y="1657249"/>
              <a:chExt cx="2793890" cy="265010"/>
            </a:xfrm>
          </p:grpSpPr>
          <p:sp>
            <p:nvSpPr>
              <p:cNvPr id="66" name="TextBox 65">
                <a:extLst>
                  <a:ext uri="{FF2B5EF4-FFF2-40B4-BE49-F238E27FC236}">
                    <a16:creationId xmlns:a16="http://schemas.microsoft.com/office/drawing/2014/main" id="{3CB962C5-2A38-17F9-9176-C90291C8C1C0}"/>
                  </a:ext>
                </a:extLst>
              </p:cNvPr>
              <p:cNvSpPr txBox="1"/>
              <p:nvPr/>
            </p:nvSpPr>
            <p:spPr>
              <a:xfrm>
                <a:off x="257570" y="1657249"/>
                <a:ext cx="2568741" cy="264237"/>
              </a:xfrm>
              <a:prstGeom prst="rect">
                <a:avLst/>
              </a:prstGeom>
              <a:noFill/>
            </p:spPr>
            <p:txBody>
              <a:bodyPr wrap="square" rtlCol="0">
                <a:spAutoFit/>
              </a:bodyPr>
              <a:lstStyle/>
              <a:p>
                <a:r>
                  <a:rPr lang="en-US" sz="1000"/>
                  <a:t>DEL /api/tasks/detail/:id {appToken}</a:t>
                </a:r>
              </a:p>
            </p:txBody>
          </p:sp>
          <p:cxnSp>
            <p:nvCxnSpPr>
              <p:cNvPr id="68" name="Straight Arrow Connector 67">
                <a:extLst>
                  <a:ext uri="{FF2B5EF4-FFF2-40B4-BE49-F238E27FC236}">
                    <a16:creationId xmlns:a16="http://schemas.microsoft.com/office/drawing/2014/main" id="{BD61CD8E-B3E6-18CB-2791-C0FD845AD8D2}"/>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1A3AFB6-DAA2-CA8A-7075-D9E00B68F485}"/>
                </a:ext>
              </a:extLst>
            </p:cNvPr>
            <p:cNvGrpSpPr/>
            <p:nvPr/>
          </p:nvGrpSpPr>
          <p:grpSpPr>
            <a:xfrm>
              <a:off x="5198942" y="2866144"/>
              <a:ext cx="1880799" cy="246221"/>
              <a:chOff x="432780" y="1274111"/>
              <a:chExt cx="2018421" cy="264237"/>
            </a:xfrm>
          </p:grpSpPr>
          <p:sp>
            <p:nvSpPr>
              <p:cNvPr id="64" name="TextBox 63">
                <a:extLst>
                  <a:ext uri="{FF2B5EF4-FFF2-40B4-BE49-F238E27FC236}">
                    <a16:creationId xmlns:a16="http://schemas.microsoft.com/office/drawing/2014/main" id="{242667BD-1681-7207-22BC-ED49E8217978}"/>
                  </a:ext>
                </a:extLst>
              </p:cNvPr>
              <p:cNvSpPr txBox="1"/>
              <p:nvPr/>
            </p:nvSpPr>
            <p:spPr>
              <a:xfrm>
                <a:off x="571762" y="1274111"/>
                <a:ext cx="1092733" cy="264237"/>
              </a:xfrm>
              <a:prstGeom prst="rect">
                <a:avLst/>
              </a:prstGeom>
              <a:noFill/>
            </p:spPr>
            <p:txBody>
              <a:bodyPr wrap="none" rtlCol="0">
                <a:spAutoFit/>
              </a:bodyPr>
              <a:lstStyle/>
              <a:p>
                <a:r>
                  <a:rPr lang="en-US" sz="1000"/>
                  <a:t>findTaskById(id)</a:t>
                </a:r>
              </a:p>
            </p:txBody>
          </p:sp>
          <p:cxnSp>
            <p:nvCxnSpPr>
              <p:cNvPr id="65" name="Straight Arrow Connector 64">
                <a:extLst>
                  <a:ext uri="{FF2B5EF4-FFF2-40B4-BE49-F238E27FC236}">
                    <a16:creationId xmlns:a16="http://schemas.microsoft.com/office/drawing/2014/main" id="{70499507-C2F7-7C51-BD22-EE3DE7DA0775}"/>
                  </a:ext>
                </a:extLst>
              </p:cNvPr>
              <p:cNvCxnSpPr>
                <a:cxnSpLocks/>
              </p:cNvCxnSpPr>
              <p:nvPr/>
            </p:nvCxnSpPr>
            <p:spPr>
              <a:xfrm>
                <a:off x="432780" y="1538348"/>
                <a:ext cx="20184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A54B072E-D73A-2CE3-945F-5D18826A55A9}"/>
                </a:ext>
              </a:extLst>
            </p:cNvPr>
            <p:cNvSpPr/>
            <p:nvPr/>
          </p:nvSpPr>
          <p:spPr>
            <a:xfrm>
              <a:off x="7084607" y="3106118"/>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FD884482-5C47-D406-F7A7-64C23ADBA142}"/>
                </a:ext>
              </a:extLst>
            </p:cNvPr>
            <p:cNvGrpSpPr/>
            <p:nvPr/>
          </p:nvGrpSpPr>
          <p:grpSpPr>
            <a:xfrm>
              <a:off x="5196205" y="3110634"/>
              <a:ext cx="1888299" cy="246221"/>
              <a:chOff x="1505858" y="2498990"/>
              <a:chExt cx="2026467" cy="264237"/>
            </a:xfrm>
          </p:grpSpPr>
          <p:sp>
            <p:nvSpPr>
              <p:cNvPr id="62" name="TextBox 61">
                <a:extLst>
                  <a:ext uri="{FF2B5EF4-FFF2-40B4-BE49-F238E27FC236}">
                    <a16:creationId xmlns:a16="http://schemas.microsoft.com/office/drawing/2014/main" id="{5B278792-BF89-1F59-636A-0125E759064B}"/>
                  </a:ext>
                </a:extLst>
              </p:cNvPr>
              <p:cNvSpPr txBox="1"/>
              <p:nvPr/>
            </p:nvSpPr>
            <p:spPr>
              <a:xfrm>
                <a:off x="2451359" y="2498990"/>
                <a:ext cx="425257" cy="264237"/>
              </a:xfrm>
              <a:prstGeom prst="rect">
                <a:avLst/>
              </a:prstGeom>
              <a:noFill/>
            </p:spPr>
            <p:txBody>
              <a:bodyPr wrap="none" rtlCol="0">
                <a:spAutoFit/>
              </a:bodyPr>
              <a:lstStyle/>
              <a:p>
                <a:r>
                  <a:rPr lang="en-US" sz="1000"/>
                  <a:t>task</a:t>
                </a:r>
              </a:p>
            </p:txBody>
          </p:sp>
          <p:cxnSp>
            <p:nvCxnSpPr>
              <p:cNvPr id="63" name="Straight Arrow Connector 62">
                <a:extLst>
                  <a:ext uri="{FF2B5EF4-FFF2-40B4-BE49-F238E27FC236}">
                    <a16:creationId xmlns:a16="http://schemas.microsoft.com/office/drawing/2014/main" id="{2F8E5FA0-EAFD-3515-C71C-1C00CD0EB83C}"/>
                  </a:ext>
                </a:extLst>
              </p:cNvPr>
              <p:cNvCxnSpPr>
                <a:cxnSpLocks/>
              </p:cNvCxnSpPr>
              <p:nvPr/>
            </p:nvCxnSpPr>
            <p:spPr>
              <a:xfrm>
                <a:off x="1505858" y="2742599"/>
                <a:ext cx="202646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6DCC2A9-D4F3-AE1E-E32E-20A75692ECF3}"/>
                </a:ext>
              </a:extLst>
            </p:cNvPr>
            <p:cNvGrpSpPr/>
            <p:nvPr/>
          </p:nvGrpSpPr>
          <p:grpSpPr>
            <a:xfrm>
              <a:off x="2484354" y="5379349"/>
              <a:ext cx="2583909" cy="246221"/>
              <a:chOff x="868963" y="2383974"/>
              <a:chExt cx="2772976" cy="264237"/>
            </a:xfrm>
          </p:grpSpPr>
          <p:sp>
            <p:nvSpPr>
              <p:cNvPr id="60" name="TextBox 59">
                <a:extLst>
                  <a:ext uri="{FF2B5EF4-FFF2-40B4-BE49-F238E27FC236}">
                    <a16:creationId xmlns:a16="http://schemas.microsoft.com/office/drawing/2014/main" id="{B0AAD70E-6BE3-460E-9ECB-5D70E7847A7E}"/>
                  </a:ext>
                </a:extLst>
              </p:cNvPr>
              <p:cNvSpPr txBox="1"/>
              <p:nvPr/>
            </p:nvSpPr>
            <p:spPr>
              <a:xfrm>
                <a:off x="1794557" y="2383974"/>
                <a:ext cx="1242398" cy="264237"/>
              </a:xfrm>
              <a:prstGeom prst="rect">
                <a:avLst/>
              </a:prstGeom>
              <a:noFill/>
            </p:spPr>
            <p:txBody>
              <a:bodyPr wrap="none" rtlCol="0">
                <a:spAutoFit/>
              </a:bodyPr>
              <a:lstStyle/>
              <a:p>
                <a:r>
                  <a:rPr lang="en-US" sz="1000"/>
                  <a:t>200, “successfully”</a:t>
                </a:r>
              </a:p>
            </p:txBody>
          </p:sp>
          <p:cxnSp>
            <p:nvCxnSpPr>
              <p:cNvPr id="61" name="Straight Arrow Connector 60">
                <a:extLst>
                  <a:ext uri="{FF2B5EF4-FFF2-40B4-BE49-F238E27FC236}">
                    <a16:creationId xmlns:a16="http://schemas.microsoft.com/office/drawing/2014/main" id="{4B73D64D-CA77-5339-1F09-0A4324E163CC}"/>
                  </a:ext>
                </a:extLst>
              </p:cNvPr>
              <p:cNvCxnSpPr>
                <a:cxnSpLocks/>
              </p:cNvCxnSpPr>
              <p:nvPr/>
            </p:nvCxnSpPr>
            <p:spPr>
              <a:xfrm>
                <a:off x="868963" y="2627583"/>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91235235-E0D5-4E47-FCE6-6DDDA333DD20}"/>
                </a:ext>
              </a:extLst>
            </p:cNvPr>
            <p:cNvGrpSpPr/>
            <p:nvPr/>
          </p:nvGrpSpPr>
          <p:grpSpPr>
            <a:xfrm>
              <a:off x="5015877" y="2578235"/>
              <a:ext cx="1364722" cy="246221"/>
              <a:chOff x="5224464" y="3479392"/>
              <a:chExt cx="1364722" cy="246221"/>
            </a:xfrm>
          </p:grpSpPr>
          <p:sp>
            <p:nvSpPr>
              <p:cNvPr id="37" name="TextBox 36">
                <a:extLst>
                  <a:ext uri="{FF2B5EF4-FFF2-40B4-BE49-F238E27FC236}">
                    <a16:creationId xmlns:a16="http://schemas.microsoft.com/office/drawing/2014/main" id="{09623A97-9D75-4A1E-FB20-2F5D6C90F3B5}"/>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6540FEA8-998D-BD00-9631-9E24903DAAB1}"/>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0" name="Group 39">
              <a:extLst>
                <a:ext uri="{FF2B5EF4-FFF2-40B4-BE49-F238E27FC236}">
                  <a16:creationId xmlns:a16="http://schemas.microsoft.com/office/drawing/2014/main" id="{5706CFA1-9EAC-C3B4-9F55-28A12364C98A}"/>
                </a:ext>
              </a:extLst>
            </p:cNvPr>
            <p:cNvGrpSpPr/>
            <p:nvPr/>
          </p:nvGrpSpPr>
          <p:grpSpPr>
            <a:xfrm>
              <a:off x="1043917" y="2060952"/>
              <a:ext cx="1316179" cy="246221"/>
              <a:chOff x="432780" y="1666816"/>
              <a:chExt cx="1412485" cy="264237"/>
            </a:xfrm>
          </p:grpSpPr>
          <p:sp>
            <p:nvSpPr>
              <p:cNvPr id="55" name="TextBox 54">
                <a:extLst>
                  <a:ext uri="{FF2B5EF4-FFF2-40B4-BE49-F238E27FC236}">
                    <a16:creationId xmlns:a16="http://schemas.microsoft.com/office/drawing/2014/main" id="{D02286E2-A385-A2BF-3CA2-36401D59EC91}"/>
                  </a:ext>
                </a:extLst>
              </p:cNvPr>
              <p:cNvSpPr txBox="1"/>
              <p:nvPr/>
            </p:nvSpPr>
            <p:spPr>
              <a:xfrm>
                <a:off x="757043" y="1666816"/>
                <a:ext cx="832968" cy="264237"/>
              </a:xfrm>
              <a:prstGeom prst="rect">
                <a:avLst/>
              </a:prstGeom>
              <a:noFill/>
            </p:spPr>
            <p:txBody>
              <a:bodyPr wrap="none" rtlCol="0">
                <a:spAutoFit/>
              </a:bodyPr>
              <a:lstStyle/>
              <a:p>
                <a:r>
                  <a:rPr lang="en-US" sz="1000"/>
                  <a:t>delete Task</a:t>
                </a:r>
              </a:p>
            </p:txBody>
          </p:sp>
          <p:cxnSp>
            <p:nvCxnSpPr>
              <p:cNvPr id="57" name="Straight Arrow Connector 56">
                <a:extLst>
                  <a:ext uri="{FF2B5EF4-FFF2-40B4-BE49-F238E27FC236}">
                    <a16:creationId xmlns:a16="http://schemas.microsoft.com/office/drawing/2014/main" id="{D28B4FC3-58B1-B31A-2E9C-E41DD1FCEFCB}"/>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0054615-EBCA-7D18-124F-2A847E8E2B3E}"/>
                </a:ext>
              </a:extLst>
            </p:cNvPr>
            <p:cNvGrpSpPr/>
            <p:nvPr/>
          </p:nvGrpSpPr>
          <p:grpSpPr>
            <a:xfrm>
              <a:off x="1036157" y="5625570"/>
              <a:ext cx="1330817" cy="246221"/>
              <a:chOff x="1588819" y="-1503191"/>
              <a:chExt cx="1428193" cy="264237"/>
            </a:xfrm>
          </p:grpSpPr>
          <p:sp>
            <p:nvSpPr>
              <p:cNvPr id="53" name="TextBox 52">
                <a:extLst>
                  <a:ext uri="{FF2B5EF4-FFF2-40B4-BE49-F238E27FC236}">
                    <a16:creationId xmlns:a16="http://schemas.microsoft.com/office/drawing/2014/main" id="{DC8D3A43-26B8-0C18-5AD6-9AE58B31CAAF}"/>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4E0F428B-CB70-B4F8-A7DE-2A2EBEF2A0ED}"/>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37C4D988-5F68-7844-604F-838AAF1D230C}"/>
                </a:ext>
              </a:extLst>
            </p:cNvPr>
            <p:cNvGrpSpPr/>
            <p:nvPr/>
          </p:nvGrpSpPr>
          <p:grpSpPr>
            <a:xfrm>
              <a:off x="249232" y="843977"/>
              <a:ext cx="2481593" cy="295234"/>
              <a:chOff x="390525" y="886128"/>
              <a:chExt cx="2481593" cy="295234"/>
            </a:xfrm>
          </p:grpSpPr>
          <p:sp>
            <p:nvSpPr>
              <p:cNvPr id="51" name="Rectangle: Single Corner Snipped 50">
                <a:extLst>
                  <a:ext uri="{FF2B5EF4-FFF2-40B4-BE49-F238E27FC236}">
                    <a16:creationId xmlns:a16="http://schemas.microsoft.com/office/drawing/2014/main" id="{6FC567BE-A186-3512-EDBD-2F5FA418C1A0}"/>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C80C0BA9-8E3B-CC0F-93FB-466B3970EDFB}"/>
                  </a:ext>
                </a:extLst>
              </p:cNvPr>
              <p:cNvSpPr txBox="1"/>
              <p:nvPr/>
            </p:nvSpPr>
            <p:spPr>
              <a:xfrm>
                <a:off x="929036" y="904363"/>
                <a:ext cx="1051378" cy="276999"/>
              </a:xfrm>
              <a:prstGeom prst="rect">
                <a:avLst/>
              </a:prstGeom>
              <a:noFill/>
            </p:spPr>
            <p:txBody>
              <a:bodyPr wrap="none" rtlCol="0">
                <a:spAutoFit/>
              </a:bodyPr>
              <a:lstStyle/>
              <a:p>
                <a:r>
                  <a:rPr lang="en-US" sz="1200" b="1"/>
                  <a:t>Xóa công việc</a:t>
                </a:r>
              </a:p>
            </p:txBody>
          </p:sp>
        </p:grpSp>
        <p:sp>
          <p:nvSpPr>
            <p:cNvPr id="84" name="TextBox 83">
              <a:extLst>
                <a:ext uri="{FF2B5EF4-FFF2-40B4-BE49-F238E27FC236}">
                  <a16:creationId xmlns:a16="http://schemas.microsoft.com/office/drawing/2014/main" id="{93976AD2-1532-D512-5EEF-4BE19F8EFA1A}"/>
                </a:ext>
              </a:extLst>
            </p:cNvPr>
            <p:cNvSpPr txBox="1"/>
            <p:nvPr/>
          </p:nvSpPr>
          <p:spPr>
            <a:xfrm>
              <a:off x="5360768" y="4074995"/>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AAC847DC-131F-C9A5-D77C-1C6E6BDDA2A9}"/>
                </a:ext>
              </a:extLst>
            </p:cNvPr>
            <p:cNvSpPr/>
            <p:nvPr/>
          </p:nvSpPr>
          <p:spPr>
            <a:xfrm>
              <a:off x="5015877" y="4088404"/>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E24093BF-4A72-4805-6C4B-50600BA045EB}"/>
                </a:ext>
              </a:extLst>
            </p:cNvPr>
            <p:cNvGrpSpPr/>
            <p:nvPr/>
          </p:nvGrpSpPr>
          <p:grpSpPr>
            <a:xfrm>
              <a:off x="5198942" y="4308877"/>
              <a:ext cx="1880800" cy="246221"/>
              <a:chOff x="432780" y="1274111"/>
              <a:chExt cx="2018420" cy="264237"/>
            </a:xfrm>
          </p:grpSpPr>
          <p:sp>
            <p:nvSpPr>
              <p:cNvPr id="89" name="TextBox 88">
                <a:extLst>
                  <a:ext uri="{FF2B5EF4-FFF2-40B4-BE49-F238E27FC236}">
                    <a16:creationId xmlns:a16="http://schemas.microsoft.com/office/drawing/2014/main" id="{99104276-3584-4B82-37DD-B697038453F2}"/>
                  </a:ext>
                </a:extLst>
              </p:cNvPr>
              <p:cNvSpPr txBox="1"/>
              <p:nvPr/>
            </p:nvSpPr>
            <p:spPr>
              <a:xfrm>
                <a:off x="571762" y="1274111"/>
                <a:ext cx="1758487" cy="264237"/>
              </a:xfrm>
              <a:prstGeom prst="rect">
                <a:avLst/>
              </a:prstGeom>
              <a:noFill/>
            </p:spPr>
            <p:txBody>
              <a:bodyPr wrap="none" rtlCol="0">
                <a:spAutoFit/>
              </a:bodyPr>
              <a:lstStyle/>
              <a:p>
                <a:r>
                  <a:rPr lang="en-US" sz="1000"/>
                  <a:t>findTaskAttachmentById(id)</a:t>
                </a:r>
              </a:p>
            </p:txBody>
          </p:sp>
          <p:cxnSp>
            <p:nvCxnSpPr>
              <p:cNvPr id="90" name="Straight Arrow Connector 89">
                <a:extLst>
                  <a:ext uri="{FF2B5EF4-FFF2-40B4-BE49-F238E27FC236}">
                    <a16:creationId xmlns:a16="http://schemas.microsoft.com/office/drawing/2014/main" id="{41A18E0A-4CE2-FC3E-59BC-B13C3D3F3E6D}"/>
                  </a:ext>
                </a:extLst>
              </p:cNvPr>
              <p:cNvCxnSpPr>
                <a:cxnSpLocks/>
              </p:cNvCxnSpPr>
              <p:nvPr/>
            </p:nvCxnSpPr>
            <p:spPr>
              <a:xfrm>
                <a:off x="432780" y="1538348"/>
                <a:ext cx="20184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BB8C8B0E-4D61-9B08-8A0F-7FC047A7A41C}"/>
                </a:ext>
              </a:extLst>
            </p:cNvPr>
            <p:cNvSpPr/>
            <p:nvPr/>
          </p:nvSpPr>
          <p:spPr>
            <a:xfrm>
              <a:off x="7084607" y="4548851"/>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985C8C11-1400-A6BC-D5C9-A331494AF5DA}"/>
                </a:ext>
              </a:extLst>
            </p:cNvPr>
            <p:cNvGrpSpPr/>
            <p:nvPr/>
          </p:nvGrpSpPr>
          <p:grpSpPr>
            <a:xfrm>
              <a:off x="5196205" y="4553367"/>
              <a:ext cx="1909242" cy="246221"/>
              <a:chOff x="1505858" y="2498990"/>
              <a:chExt cx="2048941" cy="264237"/>
            </a:xfrm>
          </p:grpSpPr>
          <p:sp>
            <p:nvSpPr>
              <p:cNvPr id="94" name="TextBox 93">
                <a:extLst>
                  <a:ext uri="{FF2B5EF4-FFF2-40B4-BE49-F238E27FC236}">
                    <a16:creationId xmlns:a16="http://schemas.microsoft.com/office/drawing/2014/main" id="{8896980A-11B3-3AC7-CE04-2A2B13848892}"/>
                  </a:ext>
                </a:extLst>
              </p:cNvPr>
              <p:cNvSpPr txBox="1"/>
              <p:nvPr/>
            </p:nvSpPr>
            <p:spPr>
              <a:xfrm>
                <a:off x="1627725" y="2498990"/>
                <a:ext cx="1927074" cy="264237"/>
              </a:xfrm>
              <a:prstGeom prst="rect">
                <a:avLst/>
              </a:prstGeom>
              <a:noFill/>
            </p:spPr>
            <p:txBody>
              <a:bodyPr wrap="none" rtlCol="0">
                <a:spAutoFit/>
              </a:bodyPr>
              <a:lstStyle/>
              <a:p>
                <a:r>
                  <a:rPr lang="en-US" sz="1000"/>
                  <a:t>fileInfo{fileId, fileName, fileUrl}</a:t>
                </a:r>
              </a:p>
            </p:txBody>
          </p:sp>
          <p:cxnSp>
            <p:nvCxnSpPr>
              <p:cNvPr id="95" name="Straight Arrow Connector 94">
                <a:extLst>
                  <a:ext uri="{FF2B5EF4-FFF2-40B4-BE49-F238E27FC236}">
                    <a16:creationId xmlns:a16="http://schemas.microsoft.com/office/drawing/2014/main" id="{1B6CF9E1-2F22-75C9-B1A1-3052038D4030}"/>
                  </a:ext>
                </a:extLst>
              </p:cNvPr>
              <p:cNvCxnSpPr>
                <a:cxnSpLocks/>
              </p:cNvCxnSpPr>
              <p:nvPr/>
            </p:nvCxnSpPr>
            <p:spPr>
              <a:xfrm>
                <a:off x="1505858" y="2742599"/>
                <a:ext cx="2013689"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23219856-6D7C-D43C-94FE-CF76026E9017}"/>
                </a:ext>
              </a:extLst>
            </p:cNvPr>
            <p:cNvGrpSpPr/>
            <p:nvPr/>
          </p:nvGrpSpPr>
          <p:grpSpPr>
            <a:xfrm>
              <a:off x="5198942" y="3433835"/>
              <a:ext cx="1905954" cy="246221"/>
              <a:chOff x="432780" y="1274111"/>
              <a:chExt cx="2045416" cy="264237"/>
            </a:xfrm>
          </p:grpSpPr>
          <p:sp>
            <p:nvSpPr>
              <p:cNvPr id="21" name="TextBox 20">
                <a:extLst>
                  <a:ext uri="{FF2B5EF4-FFF2-40B4-BE49-F238E27FC236}">
                    <a16:creationId xmlns:a16="http://schemas.microsoft.com/office/drawing/2014/main" id="{647C99F0-FF2F-A053-9CDF-B30CBECC1CD5}"/>
                  </a:ext>
                </a:extLst>
              </p:cNvPr>
              <p:cNvSpPr txBox="1"/>
              <p:nvPr/>
            </p:nvSpPr>
            <p:spPr>
              <a:xfrm>
                <a:off x="571762" y="1274111"/>
                <a:ext cx="1906434" cy="264237"/>
              </a:xfrm>
              <a:prstGeom prst="rect">
                <a:avLst/>
              </a:prstGeom>
              <a:noFill/>
            </p:spPr>
            <p:txBody>
              <a:bodyPr wrap="none" rtlCol="0">
                <a:spAutoFit/>
              </a:bodyPr>
              <a:lstStyle/>
              <a:p>
                <a:r>
                  <a:rPr lang="en-US" sz="1000"/>
                  <a:t>findProjectById(task.projectId)</a:t>
                </a:r>
              </a:p>
            </p:txBody>
          </p:sp>
          <p:cxnSp>
            <p:nvCxnSpPr>
              <p:cNvPr id="23" name="Straight Arrow Connector 22">
                <a:extLst>
                  <a:ext uri="{FF2B5EF4-FFF2-40B4-BE49-F238E27FC236}">
                    <a16:creationId xmlns:a16="http://schemas.microsoft.com/office/drawing/2014/main" id="{843E445A-1ADF-D94D-B3F2-A4EC8F37BBD8}"/>
                  </a:ext>
                </a:extLst>
              </p:cNvPr>
              <p:cNvCxnSpPr>
                <a:cxnSpLocks/>
              </p:cNvCxnSpPr>
              <p:nvPr/>
            </p:nvCxnSpPr>
            <p:spPr>
              <a:xfrm>
                <a:off x="432780" y="1538348"/>
                <a:ext cx="20209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30725FF-DCF4-D121-061B-1CE5EDA1080D}"/>
                </a:ext>
              </a:extLst>
            </p:cNvPr>
            <p:cNvSpPr/>
            <p:nvPr/>
          </p:nvSpPr>
          <p:spPr>
            <a:xfrm>
              <a:off x="7084607" y="3673809"/>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3E58DD76-B4CE-4FCD-A2C2-A64FA4BF1EE6}"/>
                </a:ext>
              </a:extLst>
            </p:cNvPr>
            <p:cNvGrpSpPr/>
            <p:nvPr/>
          </p:nvGrpSpPr>
          <p:grpSpPr>
            <a:xfrm>
              <a:off x="5196205" y="3678325"/>
              <a:ext cx="1938305" cy="246221"/>
              <a:chOff x="1505858" y="2498990"/>
              <a:chExt cx="2080132" cy="264237"/>
            </a:xfrm>
          </p:grpSpPr>
          <p:sp>
            <p:nvSpPr>
              <p:cNvPr id="34" name="TextBox 33">
                <a:extLst>
                  <a:ext uri="{FF2B5EF4-FFF2-40B4-BE49-F238E27FC236}">
                    <a16:creationId xmlns:a16="http://schemas.microsoft.com/office/drawing/2014/main" id="{7088643F-2464-7D98-7530-2B7D2ECB8450}"/>
                  </a:ext>
                </a:extLst>
              </p:cNvPr>
              <p:cNvSpPr txBox="1"/>
              <p:nvPr/>
            </p:nvSpPr>
            <p:spPr>
              <a:xfrm>
                <a:off x="2362570"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C2C7B4EA-7CE6-4D2F-C9FF-301D24D09289}"/>
                  </a:ext>
                </a:extLst>
              </p:cNvPr>
              <p:cNvCxnSpPr>
                <a:cxnSpLocks/>
              </p:cNvCxnSpPr>
              <p:nvPr/>
            </p:nvCxnSpPr>
            <p:spPr>
              <a:xfrm>
                <a:off x="1505858" y="2742599"/>
                <a:ext cx="208013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2DDA7429-7FEC-8AD3-9945-67D387CBCD20}"/>
                </a:ext>
              </a:extLst>
            </p:cNvPr>
            <p:cNvCxnSpPr>
              <a:cxnSpLocks/>
            </p:cNvCxnSpPr>
            <p:nvPr/>
          </p:nvCxnSpPr>
          <p:spPr>
            <a:xfrm>
              <a:off x="8219719" y="2060953"/>
              <a:ext cx="0" cy="414934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D51197E7-EE2A-46DC-82BA-B5017122E012}"/>
                </a:ext>
              </a:extLst>
            </p:cNvPr>
            <p:cNvGrpSpPr/>
            <p:nvPr/>
          </p:nvGrpSpPr>
          <p:grpSpPr>
            <a:xfrm>
              <a:off x="7724319" y="1252932"/>
              <a:ext cx="1000564" cy="808020"/>
              <a:chOff x="-129155" y="924202"/>
              <a:chExt cx="1073776" cy="867143"/>
            </a:xfrm>
          </p:grpSpPr>
          <p:grpSp>
            <p:nvGrpSpPr>
              <p:cNvPr id="6" name="Group 5">
                <a:extLst>
                  <a:ext uri="{FF2B5EF4-FFF2-40B4-BE49-F238E27FC236}">
                    <a16:creationId xmlns:a16="http://schemas.microsoft.com/office/drawing/2014/main" id="{7821FA9E-1788-2B33-FE75-AA9A981940E8}"/>
                  </a:ext>
                </a:extLst>
              </p:cNvPr>
              <p:cNvGrpSpPr/>
              <p:nvPr/>
            </p:nvGrpSpPr>
            <p:grpSpPr>
              <a:xfrm>
                <a:off x="232341" y="924202"/>
                <a:ext cx="350785" cy="602906"/>
                <a:chOff x="1044226" y="1792224"/>
                <a:chExt cx="493522" cy="848233"/>
              </a:xfrm>
            </p:grpSpPr>
            <p:sp>
              <p:nvSpPr>
                <p:cNvPr id="12" name="Oval 11">
                  <a:extLst>
                    <a:ext uri="{FF2B5EF4-FFF2-40B4-BE49-F238E27FC236}">
                      <a16:creationId xmlns:a16="http://schemas.microsoft.com/office/drawing/2014/main" id="{01EA6053-FFCA-39C6-D0E3-8E0D0E226F54}"/>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3" name="Straight Connector 12">
                  <a:extLst>
                    <a:ext uri="{FF2B5EF4-FFF2-40B4-BE49-F238E27FC236}">
                      <a16:creationId xmlns:a16="http://schemas.microsoft.com/office/drawing/2014/main" id="{41A4DE76-E63B-D0CC-914E-C93847A77DAD}"/>
                    </a:ext>
                  </a:extLst>
                </p:cNvPr>
                <p:cNvCxnSpPr>
                  <a:cxnSpLocks/>
                  <a:stCxn id="12"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FF2D718-7667-6F95-712F-CAF9604C56EF}"/>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9E25CD-BB53-335C-B055-282060B77180}"/>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AA28EB5-DE51-C42E-CF3A-07ED72994E9E}"/>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FD0330A9-7F1C-954E-11C6-6AED274DC12B}"/>
                  </a:ext>
                </a:extLst>
              </p:cNvPr>
              <p:cNvSpPr txBox="1"/>
              <p:nvPr/>
            </p:nvSpPr>
            <p:spPr>
              <a:xfrm>
                <a:off x="-129155" y="1527108"/>
                <a:ext cx="1073776" cy="264237"/>
              </a:xfrm>
              <a:prstGeom prst="rect">
                <a:avLst/>
              </a:prstGeom>
              <a:noFill/>
            </p:spPr>
            <p:txBody>
              <a:bodyPr wrap="square" rtlCol="0">
                <a:spAutoFit/>
              </a:bodyPr>
              <a:lstStyle/>
              <a:p>
                <a:pPr algn="ctr"/>
                <a:r>
                  <a:rPr lang="en-US" sz="1000" b="1"/>
                  <a:t>Cloudinary</a:t>
                </a:r>
              </a:p>
            </p:txBody>
          </p:sp>
        </p:grpSp>
        <p:grpSp>
          <p:nvGrpSpPr>
            <p:cNvPr id="118" name="Group 117">
              <a:extLst>
                <a:ext uri="{FF2B5EF4-FFF2-40B4-BE49-F238E27FC236}">
                  <a16:creationId xmlns:a16="http://schemas.microsoft.com/office/drawing/2014/main" id="{4EE3DA85-1051-228B-72E2-5D38FEEB98B6}"/>
                </a:ext>
              </a:extLst>
            </p:cNvPr>
            <p:cNvGrpSpPr/>
            <p:nvPr/>
          </p:nvGrpSpPr>
          <p:grpSpPr>
            <a:xfrm>
              <a:off x="5198942" y="4848059"/>
              <a:ext cx="3008718" cy="246221"/>
              <a:chOff x="432780" y="1274111"/>
              <a:chExt cx="3228868" cy="264237"/>
            </a:xfrm>
          </p:grpSpPr>
          <p:sp>
            <p:nvSpPr>
              <p:cNvPr id="119" name="TextBox 118">
                <a:extLst>
                  <a:ext uri="{FF2B5EF4-FFF2-40B4-BE49-F238E27FC236}">
                    <a16:creationId xmlns:a16="http://schemas.microsoft.com/office/drawing/2014/main" id="{0209CA27-6615-A98B-7DFA-D457420FE494}"/>
                  </a:ext>
                </a:extLst>
              </p:cNvPr>
              <p:cNvSpPr txBox="1"/>
              <p:nvPr/>
            </p:nvSpPr>
            <p:spPr>
              <a:xfrm>
                <a:off x="865052" y="1274111"/>
                <a:ext cx="1209713" cy="264237"/>
              </a:xfrm>
              <a:prstGeom prst="rect">
                <a:avLst/>
              </a:prstGeom>
              <a:noFill/>
            </p:spPr>
            <p:txBody>
              <a:bodyPr wrap="none" rtlCol="0">
                <a:spAutoFit/>
              </a:bodyPr>
              <a:lstStyle/>
              <a:p>
                <a:r>
                  <a:rPr lang="en-US" sz="1000"/>
                  <a:t>destroy(fileName)</a:t>
                </a:r>
              </a:p>
            </p:txBody>
          </p:sp>
          <p:cxnSp>
            <p:nvCxnSpPr>
              <p:cNvPr id="120" name="Straight Arrow Connector 119">
                <a:extLst>
                  <a:ext uri="{FF2B5EF4-FFF2-40B4-BE49-F238E27FC236}">
                    <a16:creationId xmlns:a16="http://schemas.microsoft.com/office/drawing/2014/main" id="{8A831F4D-3F37-7232-F554-EC065641AE9F}"/>
                  </a:ext>
                </a:extLst>
              </p:cNvPr>
              <p:cNvCxnSpPr>
                <a:cxnSpLocks/>
              </p:cNvCxnSpPr>
              <p:nvPr/>
            </p:nvCxnSpPr>
            <p:spPr>
              <a:xfrm>
                <a:off x="432780" y="1538348"/>
                <a:ext cx="32288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24" name="Group 1023">
              <a:extLst>
                <a:ext uri="{FF2B5EF4-FFF2-40B4-BE49-F238E27FC236}">
                  <a16:creationId xmlns:a16="http://schemas.microsoft.com/office/drawing/2014/main" id="{2B5E3BEF-74E1-610B-2F43-79ACCA84CCE8}"/>
                </a:ext>
              </a:extLst>
            </p:cNvPr>
            <p:cNvGrpSpPr/>
            <p:nvPr/>
          </p:nvGrpSpPr>
          <p:grpSpPr>
            <a:xfrm>
              <a:off x="5198942" y="5130412"/>
              <a:ext cx="1933187" cy="246221"/>
              <a:chOff x="432780" y="1274111"/>
              <a:chExt cx="2074640" cy="264237"/>
            </a:xfrm>
          </p:grpSpPr>
          <p:sp>
            <p:nvSpPr>
              <p:cNvPr id="1025" name="TextBox 1024">
                <a:extLst>
                  <a:ext uri="{FF2B5EF4-FFF2-40B4-BE49-F238E27FC236}">
                    <a16:creationId xmlns:a16="http://schemas.microsoft.com/office/drawing/2014/main" id="{755A5C0F-3222-8EF7-5111-0E7FED56046B}"/>
                  </a:ext>
                </a:extLst>
              </p:cNvPr>
              <p:cNvSpPr txBox="1"/>
              <p:nvPr/>
            </p:nvSpPr>
            <p:spPr>
              <a:xfrm>
                <a:off x="976490" y="1274111"/>
                <a:ext cx="987795" cy="264237"/>
              </a:xfrm>
              <a:prstGeom prst="rect">
                <a:avLst/>
              </a:prstGeom>
              <a:noFill/>
            </p:spPr>
            <p:txBody>
              <a:bodyPr wrap="none" rtlCol="0">
                <a:spAutoFit/>
              </a:bodyPr>
              <a:lstStyle/>
              <a:p>
                <a:r>
                  <a:rPr lang="en-US" sz="1000"/>
                  <a:t>deleteTask(id)</a:t>
                </a:r>
              </a:p>
            </p:txBody>
          </p:sp>
          <p:cxnSp>
            <p:nvCxnSpPr>
              <p:cNvPr id="1026" name="Straight Arrow Connector 1025">
                <a:extLst>
                  <a:ext uri="{FF2B5EF4-FFF2-40B4-BE49-F238E27FC236}">
                    <a16:creationId xmlns:a16="http://schemas.microsoft.com/office/drawing/2014/main" id="{C81AD353-7577-B542-202A-D6DDC9956BB4}"/>
                  </a:ext>
                </a:extLst>
              </p:cNvPr>
              <p:cNvCxnSpPr>
                <a:cxnSpLocks/>
              </p:cNvCxnSpPr>
              <p:nvPr/>
            </p:nvCxnSpPr>
            <p:spPr>
              <a:xfrm>
                <a:off x="432780" y="1538348"/>
                <a:ext cx="20746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43154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0001-0732-42E0-2C33-952ADC483D6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FCB756-0F21-358B-EFF6-6256D45191DF}"/>
              </a:ext>
            </a:extLst>
          </p:cNvPr>
          <p:cNvSpPr>
            <a:spLocks noGrp="1"/>
          </p:cNvSpPr>
          <p:nvPr>
            <p:ph type="sldNum" sz="quarter" idx="12"/>
          </p:nvPr>
        </p:nvSpPr>
        <p:spPr/>
        <p:txBody>
          <a:bodyPr/>
          <a:lstStyle/>
          <a:p>
            <a:fld id="{9EA0BE3B-158A-4EDF-80DC-E394A0D1600F}" type="slidenum">
              <a:rPr lang="en-US" smtClean="0"/>
              <a:pPr/>
              <a:t>29</a:t>
            </a:fld>
            <a:endParaRPr lang="en-US"/>
          </a:p>
        </p:txBody>
      </p:sp>
      <p:sp>
        <p:nvSpPr>
          <p:cNvPr id="3" name="Title 2">
            <a:extLst>
              <a:ext uri="{FF2B5EF4-FFF2-40B4-BE49-F238E27FC236}">
                <a16:creationId xmlns:a16="http://schemas.microsoft.com/office/drawing/2014/main" id="{403C6FE0-CA30-95F3-B96F-923D72805944}"/>
              </a:ext>
            </a:extLst>
          </p:cNvPr>
          <p:cNvSpPr>
            <a:spLocks noGrp="1"/>
          </p:cNvSpPr>
          <p:nvPr>
            <p:ph type="title"/>
          </p:nvPr>
        </p:nvSpPr>
        <p:spPr/>
        <p:txBody>
          <a:bodyPr/>
          <a:lstStyle/>
          <a:p>
            <a:r>
              <a:rPr lang="en-US"/>
              <a:t>Nhắc nhở công việc</a:t>
            </a:r>
          </a:p>
        </p:txBody>
      </p:sp>
      <p:grpSp>
        <p:nvGrpSpPr>
          <p:cNvPr id="71" name="Group 70">
            <a:extLst>
              <a:ext uri="{FF2B5EF4-FFF2-40B4-BE49-F238E27FC236}">
                <a16:creationId xmlns:a16="http://schemas.microsoft.com/office/drawing/2014/main" id="{57CED9E8-B846-797C-A8FA-0CB704417820}"/>
              </a:ext>
            </a:extLst>
          </p:cNvPr>
          <p:cNvGrpSpPr/>
          <p:nvPr/>
        </p:nvGrpSpPr>
        <p:grpSpPr>
          <a:xfrm>
            <a:off x="249232" y="1018260"/>
            <a:ext cx="8175707" cy="4128825"/>
            <a:chOff x="249232" y="1018260"/>
            <a:chExt cx="8175707" cy="4128825"/>
          </a:xfrm>
        </p:grpSpPr>
        <p:sp>
          <p:nvSpPr>
            <p:cNvPr id="59" name="Rectangle 58">
              <a:extLst>
                <a:ext uri="{FF2B5EF4-FFF2-40B4-BE49-F238E27FC236}">
                  <a16:creationId xmlns:a16="http://schemas.microsoft.com/office/drawing/2014/main" id="{7AFFBEB6-3456-CFC8-BC0B-3B4FAEAD31D0}"/>
                </a:ext>
              </a:extLst>
            </p:cNvPr>
            <p:cNvSpPr/>
            <p:nvPr/>
          </p:nvSpPr>
          <p:spPr>
            <a:xfrm>
              <a:off x="249232" y="1018260"/>
              <a:ext cx="8175707" cy="412882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1" name="Straight Connector 80">
              <a:extLst>
                <a:ext uri="{FF2B5EF4-FFF2-40B4-BE49-F238E27FC236}">
                  <a16:creationId xmlns:a16="http://schemas.microsoft.com/office/drawing/2014/main" id="{9B0A2E8B-6736-981B-A32C-37E25FD7A461}"/>
                </a:ext>
              </a:extLst>
            </p:cNvPr>
            <p:cNvCxnSpPr>
              <a:cxnSpLocks/>
            </p:cNvCxnSpPr>
            <p:nvPr/>
          </p:nvCxnSpPr>
          <p:spPr>
            <a:xfrm>
              <a:off x="1626606" y="2183659"/>
              <a:ext cx="0" cy="289126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3DAA29E-4E77-BC4A-5E14-9F7B21E36299}"/>
                </a:ext>
              </a:extLst>
            </p:cNvPr>
            <p:cNvCxnSpPr>
              <a:cxnSpLocks/>
            </p:cNvCxnSpPr>
            <p:nvPr/>
          </p:nvCxnSpPr>
          <p:spPr>
            <a:xfrm>
              <a:off x="4648849" y="2180766"/>
              <a:ext cx="0" cy="287586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CCB5268-8E0D-6B20-2CD1-A83173E8B7A4}"/>
                </a:ext>
              </a:extLst>
            </p:cNvPr>
            <p:cNvSpPr/>
            <p:nvPr/>
          </p:nvSpPr>
          <p:spPr>
            <a:xfrm>
              <a:off x="1040261" y="1658806"/>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CF0F4A9E-5D8A-290F-FB9D-501FDDE45EA9}"/>
                </a:ext>
              </a:extLst>
            </p:cNvPr>
            <p:cNvSpPr/>
            <p:nvPr/>
          </p:nvSpPr>
          <p:spPr>
            <a:xfrm>
              <a:off x="4062503" y="1658086"/>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sp>
          <p:nvSpPr>
            <p:cNvPr id="27" name="Rectangle 26">
              <a:extLst>
                <a:ext uri="{FF2B5EF4-FFF2-40B4-BE49-F238E27FC236}">
                  <a16:creationId xmlns:a16="http://schemas.microsoft.com/office/drawing/2014/main" id="{141C05C2-23E5-D665-FEC3-43BEB0CFAE01}"/>
                </a:ext>
              </a:extLst>
            </p:cNvPr>
            <p:cNvSpPr/>
            <p:nvPr/>
          </p:nvSpPr>
          <p:spPr>
            <a:xfrm>
              <a:off x="1562752" y="2724454"/>
              <a:ext cx="124257" cy="208833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9" name="Group 28">
              <a:extLst>
                <a:ext uri="{FF2B5EF4-FFF2-40B4-BE49-F238E27FC236}">
                  <a16:creationId xmlns:a16="http://schemas.microsoft.com/office/drawing/2014/main" id="{F958980C-5CC0-CE69-0246-63A6868F2B1B}"/>
                </a:ext>
              </a:extLst>
            </p:cNvPr>
            <p:cNvGrpSpPr/>
            <p:nvPr/>
          </p:nvGrpSpPr>
          <p:grpSpPr>
            <a:xfrm>
              <a:off x="1696878" y="3030736"/>
              <a:ext cx="2882679" cy="246221"/>
              <a:chOff x="432780" y="1274111"/>
              <a:chExt cx="3093611" cy="264237"/>
            </a:xfrm>
          </p:grpSpPr>
          <mc:AlternateContent xmlns:mc="http://schemas.openxmlformats.org/markup-compatibility/2006">
            <mc:Choice xmlns:a14="http://schemas.microsoft.com/office/drawing/2010/main" Requires="a14">
              <p:sp>
                <p:nvSpPr>
                  <p:cNvPr id="64" name="TextBox 63">
                    <a:extLst>
                      <a:ext uri="{FF2B5EF4-FFF2-40B4-BE49-F238E27FC236}">
                        <a16:creationId xmlns:a16="http://schemas.microsoft.com/office/drawing/2014/main" id="{96295778-7125-EE5A-6038-228379D3B851}"/>
                      </a:ext>
                    </a:extLst>
                  </p:cNvPr>
                  <p:cNvSpPr txBox="1"/>
                  <p:nvPr/>
                </p:nvSpPr>
                <p:spPr>
                  <a:xfrm>
                    <a:off x="571762" y="1274111"/>
                    <a:ext cx="2800990" cy="264237"/>
                  </a:xfrm>
                  <a:prstGeom prst="rect">
                    <a:avLst/>
                  </a:prstGeom>
                  <a:noFill/>
                </p:spPr>
                <p:txBody>
                  <a:bodyPr wrap="none" rtlCol="0">
                    <a:spAutoFit/>
                  </a:bodyPr>
                  <a:lstStyle/>
                  <a:p>
                    <a:r>
                      <a:rPr lang="en-US" sz="1000"/>
                      <a:t>findTask(status </a:t>
                    </a:r>
                    <a14:m>
                      <m:oMath xmlns:m="http://schemas.openxmlformats.org/officeDocument/2006/math">
                        <m:r>
                          <a:rPr lang="en-US" sz="1000" i="1" smtClean="0">
                            <a:latin typeface="Cambria Math" panose="02040503050406030204" pitchFamily="18" charset="0"/>
                            <a:ea typeface="Cambria Math" panose="02040503050406030204" pitchFamily="18" charset="0"/>
                          </a:rPr>
                          <m:t>≠</m:t>
                        </m:r>
                      </m:oMath>
                    </a14:m>
                    <a:r>
                      <a:rPr lang="en-US" sz="1000"/>
                      <a:t> Done, dueAt &lt; next24Hours)</a:t>
                    </a:r>
                  </a:p>
                </p:txBody>
              </p:sp>
            </mc:Choice>
            <mc:Fallback>
              <p:sp>
                <p:nvSpPr>
                  <p:cNvPr id="64" name="TextBox 63">
                    <a:extLst>
                      <a:ext uri="{FF2B5EF4-FFF2-40B4-BE49-F238E27FC236}">
                        <a16:creationId xmlns:a16="http://schemas.microsoft.com/office/drawing/2014/main" id="{96295778-7125-EE5A-6038-228379D3B851}"/>
                      </a:ext>
                    </a:extLst>
                  </p:cNvPr>
                  <p:cNvSpPr txBox="1">
                    <a:spLocks noRot="1" noChangeAspect="1" noMove="1" noResize="1" noEditPoints="1" noAdjustHandles="1" noChangeArrowheads="1" noChangeShapeType="1" noTextEdit="1"/>
                  </p:cNvSpPr>
                  <p:nvPr/>
                </p:nvSpPr>
                <p:spPr>
                  <a:xfrm>
                    <a:off x="571762" y="1274111"/>
                    <a:ext cx="2800990" cy="264237"/>
                  </a:xfrm>
                  <a:prstGeom prst="rect">
                    <a:avLst/>
                  </a:prstGeom>
                  <a:blipFill>
                    <a:blip r:embed="rId3"/>
                    <a:stretch>
                      <a:fillRect b="-14634"/>
                    </a:stretch>
                  </a:blipFill>
                </p:spPr>
                <p:txBody>
                  <a:bodyPr/>
                  <a:lstStyle/>
                  <a:p>
                    <a:r>
                      <a:rPr lang="en-US">
                        <a:noFill/>
                      </a:rPr>
                      <a:t> </a:t>
                    </a:r>
                  </a:p>
                </p:txBody>
              </p:sp>
            </mc:Fallback>
          </mc:AlternateContent>
          <p:cxnSp>
            <p:nvCxnSpPr>
              <p:cNvPr id="65" name="Straight Arrow Connector 64">
                <a:extLst>
                  <a:ext uri="{FF2B5EF4-FFF2-40B4-BE49-F238E27FC236}">
                    <a16:creationId xmlns:a16="http://schemas.microsoft.com/office/drawing/2014/main" id="{D61C19AF-E71D-48A2-675A-4BDDD31A7E9A}"/>
                  </a:ext>
                </a:extLst>
              </p:cNvPr>
              <p:cNvCxnSpPr>
                <a:cxnSpLocks/>
              </p:cNvCxnSpPr>
              <p:nvPr/>
            </p:nvCxnSpPr>
            <p:spPr>
              <a:xfrm>
                <a:off x="432780" y="1538348"/>
                <a:ext cx="30936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795509C2-73C8-0D13-355F-1BA4765390C6}"/>
                </a:ext>
              </a:extLst>
            </p:cNvPr>
            <p:cNvSpPr/>
            <p:nvPr/>
          </p:nvSpPr>
          <p:spPr>
            <a:xfrm>
              <a:off x="4586719" y="3270710"/>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DE1BBED6-F46F-7E0E-AF63-E6502711813B}"/>
                </a:ext>
              </a:extLst>
            </p:cNvPr>
            <p:cNvGrpSpPr/>
            <p:nvPr/>
          </p:nvGrpSpPr>
          <p:grpSpPr>
            <a:xfrm>
              <a:off x="1694141" y="3275226"/>
              <a:ext cx="2890179" cy="246221"/>
              <a:chOff x="1505858" y="2498990"/>
              <a:chExt cx="3101655" cy="264237"/>
            </a:xfrm>
          </p:grpSpPr>
          <p:sp>
            <p:nvSpPr>
              <p:cNvPr id="62" name="TextBox 61">
                <a:extLst>
                  <a:ext uri="{FF2B5EF4-FFF2-40B4-BE49-F238E27FC236}">
                    <a16:creationId xmlns:a16="http://schemas.microsoft.com/office/drawing/2014/main" id="{64DCFC89-FF0A-E068-4831-23A870C5DE89}"/>
                  </a:ext>
                </a:extLst>
              </p:cNvPr>
              <p:cNvSpPr txBox="1"/>
              <p:nvPr/>
            </p:nvSpPr>
            <p:spPr>
              <a:xfrm>
                <a:off x="2915345" y="2498990"/>
                <a:ext cx="478587" cy="264237"/>
              </a:xfrm>
              <a:prstGeom prst="rect">
                <a:avLst/>
              </a:prstGeom>
              <a:noFill/>
            </p:spPr>
            <p:txBody>
              <a:bodyPr wrap="none" rtlCol="0">
                <a:spAutoFit/>
              </a:bodyPr>
              <a:lstStyle/>
              <a:p>
                <a:r>
                  <a:rPr lang="en-US" sz="1000"/>
                  <a:t>tasks</a:t>
                </a:r>
              </a:p>
            </p:txBody>
          </p:sp>
          <p:cxnSp>
            <p:nvCxnSpPr>
              <p:cNvPr id="63" name="Straight Arrow Connector 62">
                <a:extLst>
                  <a:ext uri="{FF2B5EF4-FFF2-40B4-BE49-F238E27FC236}">
                    <a16:creationId xmlns:a16="http://schemas.microsoft.com/office/drawing/2014/main" id="{F4E58BAC-B103-B34A-E933-57DA211E7FFD}"/>
                  </a:ext>
                </a:extLst>
              </p:cNvPr>
              <p:cNvCxnSpPr>
                <a:cxnSpLocks/>
              </p:cNvCxnSpPr>
              <p:nvPr/>
            </p:nvCxnSpPr>
            <p:spPr>
              <a:xfrm>
                <a:off x="1505858" y="2742599"/>
                <a:ext cx="310165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DBEA1320-C473-CD78-77F4-7297D4B88854}"/>
                </a:ext>
              </a:extLst>
            </p:cNvPr>
            <p:cNvGrpSpPr/>
            <p:nvPr/>
          </p:nvGrpSpPr>
          <p:grpSpPr>
            <a:xfrm>
              <a:off x="1513813" y="2742827"/>
              <a:ext cx="1507389" cy="246221"/>
              <a:chOff x="5224464" y="3479392"/>
              <a:chExt cx="1507389" cy="246221"/>
            </a:xfrm>
          </p:grpSpPr>
          <p:sp>
            <p:nvSpPr>
              <p:cNvPr id="37" name="TextBox 36">
                <a:extLst>
                  <a:ext uri="{FF2B5EF4-FFF2-40B4-BE49-F238E27FC236}">
                    <a16:creationId xmlns:a16="http://schemas.microsoft.com/office/drawing/2014/main" id="{124A55D4-D3D6-0D02-238E-4C449E9AC0A8}"/>
                  </a:ext>
                </a:extLst>
              </p:cNvPr>
              <p:cNvSpPr txBox="1"/>
              <p:nvPr/>
            </p:nvSpPr>
            <p:spPr>
              <a:xfrm>
                <a:off x="5569355" y="3479392"/>
                <a:ext cx="1162498" cy="246221"/>
              </a:xfrm>
              <a:prstGeom prst="rect">
                <a:avLst/>
              </a:prstGeom>
              <a:noFill/>
            </p:spPr>
            <p:txBody>
              <a:bodyPr wrap="none" rtlCol="0">
                <a:spAutoFit/>
              </a:bodyPr>
              <a:lstStyle/>
              <a:p>
                <a:r>
                  <a:rPr lang="en-US" sz="1000"/>
                  <a:t>Schedule 7h00 AM</a:t>
                </a:r>
              </a:p>
            </p:txBody>
          </p:sp>
          <p:sp>
            <p:nvSpPr>
              <p:cNvPr id="38" name="Arc 37">
                <a:extLst>
                  <a:ext uri="{FF2B5EF4-FFF2-40B4-BE49-F238E27FC236}">
                    <a16:creationId xmlns:a16="http://schemas.microsoft.com/office/drawing/2014/main" id="{80A989A3-71E9-C491-AEAF-E7EABF0CAA3E}"/>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3" name="Group 42">
              <a:extLst>
                <a:ext uri="{FF2B5EF4-FFF2-40B4-BE49-F238E27FC236}">
                  <a16:creationId xmlns:a16="http://schemas.microsoft.com/office/drawing/2014/main" id="{BEF4B3B4-FFCC-306F-731D-F88D2E6704A3}"/>
                </a:ext>
              </a:extLst>
            </p:cNvPr>
            <p:cNvGrpSpPr/>
            <p:nvPr/>
          </p:nvGrpSpPr>
          <p:grpSpPr>
            <a:xfrm>
              <a:off x="249232" y="1020208"/>
              <a:ext cx="2481593" cy="291001"/>
              <a:chOff x="390525" y="892094"/>
              <a:chExt cx="2481593" cy="291001"/>
            </a:xfrm>
          </p:grpSpPr>
          <p:sp>
            <p:nvSpPr>
              <p:cNvPr id="51" name="Rectangle: Single Corner Snipped 50">
                <a:extLst>
                  <a:ext uri="{FF2B5EF4-FFF2-40B4-BE49-F238E27FC236}">
                    <a16:creationId xmlns:a16="http://schemas.microsoft.com/office/drawing/2014/main" id="{8ACACCB9-171A-C268-5BCF-8661C311F1D7}"/>
                  </a:ext>
                </a:extLst>
              </p:cNvPr>
              <p:cNvSpPr/>
              <p:nvPr/>
            </p:nvSpPr>
            <p:spPr>
              <a:xfrm flipV="1">
                <a:off x="390525" y="892094"/>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C786694D-335A-CCA2-8927-DB5386A0E85C}"/>
                  </a:ext>
                </a:extLst>
              </p:cNvPr>
              <p:cNvSpPr txBox="1"/>
              <p:nvPr/>
            </p:nvSpPr>
            <p:spPr>
              <a:xfrm>
                <a:off x="779740" y="904363"/>
                <a:ext cx="1434239" cy="276999"/>
              </a:xfrm>
              <a:prstGeom prst="rect">
                <a:avLst/>
              </a:prstGeom>
              <a:noFill/>
            </p:spPr>
            <p:txBody>
              <a:bodyPr wrap="none" rtlCol="0">
                <a:spAutoFit/>
              </a:bodyPr>
              <a:lstStyle/>
              <a:p>
                <a:r>
                  <a:rPr lang="en-US" sz="1200" b="1"/>
                  <a:t>Nhắc nhở công việc</a:t>
                </a:r>
              </a:p>
            </p:txBody>
          </p:sp>
        </p:grpSp>
        <p:sp>
          <p:nvSpPr>
            <p:cNvPr id="84" name="TextBox 83">
              <a:extLst>
                <a:ext uri="{FF2B5EF4-FFF2-40B4-BE49-F238E27FC236}">
                  <a16:creationId xmlns:a16="http://schemas.microsoft.com/office/drawing/2014/main" id="{7E6658F7-98C3-0D35-1124-43269A1CFB5E}"/>
                </a:ext>
              </a:extLst>
            </p:cNvPr>
            <p:cNvSpPr txBox="1"/>
            <p:nvPr/>
          </p:nvSpPr>
          <p:spPr>
            <a:xfrm>
              <a:off x="1858704" y="3714840"/>
              <a:ext cx="1191352" cy="246221"/>
            </a:xfrm>
            <a:prstGeom prst="rect">
              <a:avLst/>
            </a:prstGeom>
            <a:noFill/>
          </p:spPr>
          <p:txBody>
            <a:bodyPr wrap="none" rtlCol="0">
              <a:spAutoFit/>
            </a:bodyPr>
            <a:lstStyle/>
            <a:p>
              <a:r>
                <a:rPr lang="en-US" sz="1000"/>
                <a:t>groupTaskByUserId</a:t>
              </a:r>
            </a:p>
          </p:txBody>
        </p:sp>
        <p:sp>
          <p:nvSpPr>
            <p:cNvPr id="85" name="Arc 84">
              <a:extLst>
                <a:ext uri="{FF2B5EF4-FFF2-40B4-BE49-F238E27FC236}">
                  <a16:creationId xmlns:a16="http://schemas.microsoft.com/office/drawing/2014/main" id="{2FCC0E22-9C46-4E53-E34D-A49070819D9E}"/>
                </a:ext>
              </a:extLst>
            </p:cNvPr>
            <p:cNvSpPr/>
            <p:nvPr/>
          </p:nvSpPr>
          <p:spPr>
            <a:xfrm>
              <a:off x="1513813" y="372824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40334B75-E167-D09D-1736-4EFD59CF5F95}"/>
                </a:ext>
              </a:extLst>
            </p:cNvPr>
            <p:cNvGrpSpPr/>
            <p:nvPr/>
          </p:nvGrpSpPr>
          <p:grpSpPr>
            <a:xfrm>
              <a:off x="1696878" y="4473469"/>
              <a:ext cx="5692554" cy="246221"/>
              <a:chOff x="432780" y="1274111"/>
              <a:chExt cx="6109083" cy="264237"/>
            </a:xfrm>
          </p:grpSpPr>
          <p:sp>
            <p:nvSpPr>
              <p:cNvPr id="89" name="TextBox 88">
                <a:extLst>
                  <a:ext uri="{FF2B5EF4-FFF2-40B4-BE49-F238E27FC236}">
                    <a16:creationId xmlns:a16="http://schemas.microsoft.com/office/drawing/2014/main" id="{A5B73F20-B3AB-8766-29CD-B1C130618379}"/>
                  </a:ext>
                </a:extLst>
              </p:cNvPr>
              <p:cNvSpPr txBox="1"/>
              <p:nvPr/>
            </p:nvSpPr>
            <p:spPr>
              <a:xfrm>
                <a:off x="571762" y="1274111"/>
                <a:ext cx="2157596" cy="264237"/>
              </a:xfrm>
              <a:prstGeom prst="rect">
                <a:avLst/>
              </a:prstGeom>
              <a:noFill/>
            </p:spPr>
            <p:txBody>
              <a:bodyPr wrap="none" rtlCol="0">
                <a:spAutoFit/>
              </a:bodyPr>
              <a:lstStyle/>
              <a:p>
                <a:r>
                  <a:rPr lang="en-US" sz="1000"/>
                  <a:t>sendEmail(userInfo.email, content)</a:t>
                </a:r>
              </a:p>
            </p:txBody>
          </p:sp>
          <p:cxnSp>
            <p:nvCxnSpPr>
              <p:cNvPr id="90" name="Straight Arrow Connector 89">
                <a:extLst>
                  <a:ext uri="{FF2B5EF4-FFF2-40B4-BE49-F238E27FC236}">
                    <a16:creationId xmlns:a16="http://schemas.microsoft.com/office/drawing/2014/main" id="{B1412CED-E700-FFD3-B165-3B0DAFE534A3}"/>
                  </a:ext>
                </a:extLst>
              </p:cNvPr>
              <p:cNvCxnSpPr>
                <a:cxnSpLocks/>
              </p:cNvCxnSpPr>
              <p:nvPr/>
            </p:nvCxnSpPr>
            <p:spPr>
              <a:xfrm>
                <a:off x="432780" y="1538348"/>
                <a:ext cx="61090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DE5DDA63-DAED-9963-2DA1-603CF0AE15BD}"/>
                </a:ext>
              </a:extLst>
            </p:cNvPr>
            <p:cNvCxnSpPr>
              <a:cxnSpLocks/>
            </p:cNvCxnSpPr>
            <p:nvPr/>
          </p:nvCxnSpPr>
          <p:spPr>
            <a:xfrm>
              <a:off x="7409446" y="2225545"/>
              <a:ext cx="0" cy="287680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02D038EF-EB1E-5FB3-32C0-3E5FE55208C7}"/>
                </a:ext>
              </a:extLst>
            </p:cNvPr>
            <p:cNvGrpSpPr/>
            <p:nvPr/>
          </p:nvGrpSpPr>
          <p:grpSpPr>
            <a:xfrm>
              <a:off x="6914046" y="1417524"/>
              <a:ext cx="1000564" cy="808020"/>
              <a:chOff x="-129155" y="924202"/>
              <a:chExt cx="1073776" cy="867143"/>
            </a:xfrm>
          </p:grpSpPr>
          <p:grpSp>
            <p:nvGrpSpPr>
              <p:cNvPr id="6" name="Group 5">
                <a:extLst>
                  <a:ext uri="{FF2B5EF4-FFF2-40B4-BE49-F238E27FC236}">
                    <a16:creationId xmlns:a16="http://schemas.microsoft.com/office/drawing/2014/main" id="{277D2DDF-A005-DD89-D148-6530E3306F33}"/>
                  </a:ext>
                </a:extLst>
              </p:cNvPr>
              <p:cNvGrpSpPr/>
              <p:nvPr/>
            </p:nvGrpSpPr>
            <p:grpSpPr>
              <a:xfrm>
                <a:off x="232341" y="924202"/>
                <a:ext cx="350785" cy="602906"/>
                <a:chOff x="1044226" y="1792224"/>
                <a:chExt cx="493522" cy="848233"/>
              </a:xfrm>
            </p:grpSpPr>
            <p:sp>
              <p:nvSpPr>
                <p:cNvPr id="12" name="Oval 11">
                  <a:extLst>
                    <a:ext uri="{FF2B5EF4-FFF2-40B4-BE49-F238E27FC236}">
                      <a16:creationId xmlns:a16="http://schemas.microsoft.com/office/drawing/2014/main" id="{3931FF24-191C-E8C9-AD86-A6FCD48F7446}"/>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3" name="Straight Connector 12">
                  <a:extLst>
                    <a:ext uri="{FF2B5EF4-FFF2-40B4-BE49-F238E27FC236}">
                      <a16:creationId xmlns:a16="http://schemas.microsoft.com/office/drawing/2014/main" id="{733DAAA9-BC5D-3601-6588-C17493CD45F3}"/>
                    </a:ext>
                  </a:extLst>
                </p:cNvPr>
                <p:cNvCxnSpPr>
                  <a:cxnSpLocks/>
                  <a:stCxn id="12"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7CD64F-84B8-8ABC-CF01-1630D89E57AB}"/>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C8C1A2D-BD9D-4F2C-C4F8-828BFC4D11C7}"/>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6C05211-8625-0DC1-C30A-B701A50DD172}"/>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20725939-D13D-4C63-5B08-E3837ADB8460}"/>
                  </a:ext>
                </a:extLst>
              </p:cNvPr>
              <p:cNvSpPr txBox="1"/>
              <p:nvPr/>
            </p:nvSpPr>
            <p:spPr>
              <a:xfrm>
                <a:off x="-129155" y="1527108"/>
                <a:ext cx="1073776" cy="264237"/>
              </a:xfrm>
              <a:prstGeom prst="rect">
                <a:avLst/>
              </a:prstGeom>
              <a:noFill/>
            </p:spPr>
            <p:txBody>
              <a:bodyPr wrap="square" rtlCol="0">
                <a:spAutoFit/>
              </a:bodyPr>
              <a:lstStyle/>
              <a:p>
                <a:pPr algn="ctr"/>
                <a:r>
                  <a:rPr lang="en-US" sz="1000" b="1"/>
                  <a:t>STMP</a:t>
                </a:r>
              </a:p>
            </p:txBody>
          </p:sp>
        </p:grpSp>
        <p:sp>
          <p:nvSpPr>
            <p:cNvPr id="11" name="TextBox 10">
              <a:extLst>
                <a:ext uri="{FF2B5EF4-FFF2-40B4-BE49-F238E27FC236}">
                  <a16:creationId xmlns:a16="http://schemas.microsoft.com/office/drawing/2014/main" id="{65D1734F-A47B-9CA3-E2F3-C69593CCAE61}"/>
                </a:ext>
              </a:extLst>
            </p:cNvPr>
            <p:cNvSpPr txBox="1"/>
            <p:nvPr/>
          </p:nvSpPr>
          <p:spPr>
            <a:xfrm>
              <a:off x="1858704" y="4085240"/>
              <a:ext cx="2837636" cy="246221"/>
            </a:xfrm>
            <a:prstGeom prst="rect">
              <a:avLst/>
            </a:prstGeom>
            <a:noFill/>
          </p:spPr>
          <p:txBody>
            <a:bodyPr wrap="none" rtlCol="0">
              <a:spAutoFit/>
            </a:bodyPr>
            <a:lstStyle/>
            <a:p>
              <a:r>
                <a:rPr lang="en-US" sz="1000"/>
                <a:t>Create content{taskName, projectName, status,..}</a:t>
              </a:r>
            </a:p>
          </p:txBody>
        </p:sp>
        <p:sp>
          <p:nvSpPr>
            <p:cNvPr id="26" name="Arc 25">
              <a:extLst>
                <a:ext uri="{FF2B5EF4-FFF2-40B4-BE49-F238E27FC236}">
                  <a16:creationId xmlns:a16="http://schemas.microsoft.com/office/drawing/2014/main" id="{23C38E1E-F1E7-3BE2-2D13-CB592A1A072C}"/>
                </a:ext>
              </a:extLst>
            </p:cNvPr>
            <p:cNvSpPr/>
            <p:nvPr/>
          </p:nvSpPr>
          <p:spPr>
            <a:xfrm>
              <a:off x="1513813" y="409864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pic>
        <p:nvPicPr>
          <p:cNvPr id="72" name="Picture 71">
            <a:extLst>
              <a:ext uri="{FF2B5EF4-FFF2-40B4-BE49-F238E27FC236}">
                <a16:creationId xmlns:a16="http://schemas.microsoft.com/office/drawing/2014/main" id="{EC6FCA16-167F-D2BC-E484-A18D2C06F576}"/>
              </a:ext>
            </a:extLst>
          </p:cNvPr>
          <p:cNvPicPr>
            <a:picLocks noChangeAspect="1"/>
          </p:cNvPicPr>
          <p:nvPr/>
        </p:nvPicPr>
        <p:blipFill>
          <a:blip r:embed="rId4"/>
          <a:stretch>
            <a:fillRect/>
          </a:stretch>
        </p:blipFill>
        <p:spPr>
          <a:xfrm>
            <a:off x="478181" y="1359228"/>
            <a:ext cx="8187638" cy="4139543"/>
          </a:xfrm>
          <a:prstGeom prst="rect">
            <a:avLst/>
          </a:prstGeom>
        </p:spPr>
      </p:pic>
    </p:spTree>
    <p:extLst>
      <p:ext uri="{BB962C8B-B14F-4D97-AF65-F5344CB8AC3E}">
        <p14:creationId xmlns:p14="http://schemas.microsoft.com/office/powerpoint/2010/main" val="1786601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E295-EEFA-9D58-5B85-644A8A980F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E76872-C1FB-15D8-D823-73793E50A2E4}"/>
              </a:ext>
            </a:extLst>
          </p:cNvPr>
          <p:cNvSpPr>
            <a:spLocks noGrp="1"/>
          </p:cNvSpPr>
          <p:nvPr>
            <p:ph type="sldNum" sz="quarter" idx="12"/>
          </p:nvPr>
        </p:nvSpPr>
        <p:spPr/>
        <p:txBody>
          <a:bodyPr/>
          <a:lstStyle/>
          <a:p>
            <a:fld id="{9EA0BE3B-158A-4EDF-80DC-E394A0D1600F}" type="slidenum">
              <a:rPr lang="en-US" smtClean="0"/>
              <a:pPr/>
              <a:t>30</a:t>
            </a:fld>
            <a:endParaRPr lang="en-US"/>
          </a:p>
        </p:txBody>
      </p:sp>
      <p:sp>
        <p:nvSpPr>
          <p:cNvPr id="3" name="Title 2">
            <a:extLst>
              <a:ext uri="{FF2B5EF4-FFF2-40B4-BE49-F238E27FC236}">
                <a16:creationId xmlns:a16="http://schemas.microsoft.com/office/drawing/2014/main" id="{D26C5B91-7FA7-40FB-469D-83085AF96EE1}"/>
              </a:ext>
            </a:extLst>
          </p:cNvPr>
          <p:cNvSpPr>
            <a:spLocks noGrp="1"/>
          </p:cNvSpPr>
          <p:nvPr>
            <p:ph type="title"/>
          </p:nvPr>
        </p:nvSpPr>
        <p:spPr/>
        <p:txBody>
          <a:bodyPr/>
          <a:lstStyle/>
          <a:p>
            <a:r>
              <a:rPr lang="en-US"/>
              <a:t>Mời tham gia dự án</a:t>
            </a:r>
          </a:p>
        </p:txBody>
      </p:sp>
      <p:grpSp>
        <p:nvGrpSpPr>
          <p:cNvPr id="118" name="Group 117">
            <a:extLst>
              <a:ext uri="{FF2B5EF4-FFF2-40B4-BE49-F238E27FC236}">
                <a16:creationId xmlns:a16="http://schemas.microsoft.com/office/drawing/2014/main" id="{F74B841F-E4BB-0581-0A75-2C62746771C5}"/>
              </a:ext>
            </a:extLst>
          </p:cNvPr>
          <p:cNvGrpSpPr/>
          <p:nvPr/>
        </p:nvGrpSpPr>
        <p:grpSpPr>
          <a:xfrm>
            <a:off x="122397" y="634697"/>
            <a:ext cx="8770509" cy="6817028"/>
            <a:chOff x="249232" y="1002997"/>
            <a:chExt cx="8770509" cy="6817028"/>
          </a:xfrm>
        </p:grpSpPr>
        <p:sp>
          <p:nvSpPr>
            <p:cNvPr id="15" name="Rectangle 14">
              <a:extLst>
                <a:ext uri="{FF2B5EF4-FFF2-40B4-BE49-F238E27FC236}">
                  <a16:creationId xmlns:a16="http://schemas.microsoft.com/office/drawing/2014/main" id="{A12EDCEA-F222-E88C-21FB-AC4F152DBD9B}"/>
                </a:ext>
              </a:extLst>
            </p:cNvPr>
            <p:cNvSpPr/>
            <p:nvPr/>
          </p:nvSpPr>
          <p:spPr>
            <a:xfrm>
              <a:off x="249232" y="1002997"/>
              <a:ext cx="8770509" cy="681702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531EF16F-9CCF-3EE1-8356-93C713F04A2E}"/>
                </a:ext>
              </a:extLst>
            </p:cNvPr>
            <p:cNvCxnSpPr>
              <a:cxnSpLocks/>
              <a:stCxn id="19" idx="2"/>
            </p:cNvCxnSpPr>
            <p:nvPr/>
          </p:nvCxnSpPr>
          <p:spPr>
            <a:xfrm>
              <a:off x="2691882" y="2175809"/>
              <a:ext cx="0" cy="556611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2DFDF0F-9ED4-D9D4-27DC-D1738DB03710}"/>
                </a:ext>
              </a:extLst>
            </p:cNvPr>
            <p:cNvCxnSpPr>
              <a:cxnSpLocks/>
            </p:cNvCxnSpPr>
            <p:nvPr/>
          </p:nvCxnSpPr>
          <p:spPr>
            <a:xfrm>
              <a:off x="5395085" y="2178703"/>
              <a:ext cx="0" cy="556321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B3CA3A2-4CA9-2DE6-F41A-2A210716826F}"/>
                </a:ext>
              </a:extLst>
            </p:cNvPr>
            <p:cNvCxnSpPr>
              <a:cxnSpLocks/>
            </p:cNvCxnSpPr>
            <p:nvPr/>
          </p:nvCxnSpPr>
          <p:spPr>
            <a:xfrm>
              <a:off x="7727983" y="2175810"/>
              <a:ext cx="0" cy="5548965"/>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2B55C56-C807-61D4-DA25-9A51A0690F56}"/>
                </a:ext>
              </a:extLst>
            </p:cNvPr>
            <p:cNvCxnSpPr>
              <a:cxnSpLocks/>
            </p:cNvCxnSpPr>
            <p:nvPr/>
          </p:nvCxnSpPr>
          <p:spPr>
            <a:xfrm>
              <a:off x="1300342" y="2175810"/>
              <a:ext cx="0" cy="556611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DE453F9D-34AF-9557-D902-1B1A31660A35}"/>
                </a:ext>
              </a:extLst>
            </p:cNvPr>
            <p:cNvSpPr/>
            <p:nvPr/>
          </p:nvSpPr>
          <p:spPr>
            <a:xfrm>
              <a:off x="2105536"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FEFE81CE-4E27-B853-0341-FB945EC370BC}"/>
                </a:ext>
              </a:extLst>
            </p:cNvPr>
            <p:cNvSpPr/>
            <p:nvPr/>
          </p:nvSpPr>
          <p:spPr>
            <a:xfrm>
              <a:off x="4808740" y="165385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E5DC04EF-CCD5-FDF5-6300-4188D2B6665C}"/>
                </a:ext>
              </a:extLst>
            </p:cNvPr>
            <p:cNvSpPr/>
            <p:nvPr/>
          </p:nvSpPr>
          <p:spPr>
            <a:xfrm>
              <a:off x="7141637"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02A0263-D864-2E4F-4167-32F369DA8DA0}"/>
                </a:ext>
              </a:extLst>
            </p:cNvPr>
            <p:cNvGrpSpPr/>
            <p:nvPr/>
          </p:nvGrpSpPr>
          <p:grpSpPr>
            <a:xfrm>
              <a:off x="284287" y="1412569"/>
              <a:ext cx="2014874" cy="808020"/>
              <a:chOff x="-673419" y="924202"/>
              <a:chExt cx="2162304" cy="867143"/>
            </a:xfrm>
          </p:grpSpPr>
          <p:grpSp>
            <p:nvGrpSpPr>
              <p:cNvPr id="73" name="Group 72">
                <a:extLst>
                  <a:ext uri="{FF2B5EF4-FFF2-40B4-BE49-F238E27FC236}">
                    <a16:creationId xmlns:a16="http://schemas.microsoft.com/office/drawing/2014/main" id="{FE01C3D7-877B-153D-6906-04281B588170}"/>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616F015B-DB01-D496-6D19-225FF3FD7544}"/>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F07BBB80-4584-B078-26A8-B8338DB34216}"/>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9E3A42E-F14F-7811-573E-714F702A2F95}"/>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5AF26E3-8C0B-0D22-B78E-315E729777B6}"/>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B82178C-CD7D-7FEE-FF16-F4C5D95D25B9}"/>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46C6CAEA-D92D-A883-FDD8-3A4634707DEA}"/>
                  </a:ext>
                </a:extLst>
              </p:cNvPr>
              <p:cNvSpPr txBox="1"/>
              <p:nvPr/>
            </p:nvSpPr>
            <p:spPr>
              <a:xfrm>
                <a:off x="-673419" y="1527108"/>
                <a:ext cx="2162304" cy="264237"/>
              </a:xfrm>
              <a:prstGeom prst="rect">
                <a:avLst/>
              </a:prstGeom>
              <a:noFill/>
            </p:spPr>
            <p:txBody>
              <a:bodyPr wrap="square" rtlCol="0">
                <a:spAutoFit/>
              </a:bodyPr>
              <a:lstStyle/>
              <a:p>
                <a:pPr algn="ctr"/>
                <a:r>
                  <a:rPr lang="en-US" sz="1000" b="1"/>
                  <a:t>OWNER/LEADER</a:t>
                </a:r>
                <a:endParaRPr lang="en-US" sz="1000"/>
              </a:p>
            </p:txBody>
          </p:sp>
        </p:grpSp>
        <p:sp>
          <p:nvSpPr>
            <p:cNvPr id="25" name="Rectangle 24">
              <a:extLst>
                <a:ext uri="{FF2B5EF4-FFF2-40B4-BE49-F238E27FC236}">
                  <a16:creationId xmlns:a16="http://schemas.microsoft.com/office/drawing/2014/main" id="{E3854921-A775-851A-C1F2-86205E61AB91}"/>
                </a:ext>
              </a:extLst>
            </p:cNvPr>
            <p:cNvSpPr/>
            <p:nvPr/>
          </p:nvSpPr>
          <p:spPr>
            <a:xfrm>
              <a:off x="2629752" y="2446754"/>
              <a:ext cx="124257" cy="514943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40BBD9AE-86B1-7AC5-39A9-2BF924632936}"/>
                </a:ext>
              </a:extLst>
            </p:cNvPr>
            <p:cNvGrpSpPr/>
            <p:nvPr/>
          </p:nvGrpSpPr>
          <p:grpSpPr>
            <a:xfrm>
              <a:off x="1310332" y="2220589"/>
              <a:ext cx="1316179" cy="246221"/>
              <a:chOff x="432780" y="1666816"/>
              <a:chExt cx="1412485" cy="264237"/>
            </a:xfrm>
          </p:grpSpPr>
          <p:sp>
            <p:nvSpPr>
              <p:cNvPr id="70" name="TextBox 69">
                <a:extLst>
                  <a:ext uri="{FF2B5EF4-FFF2-40B4-BE49-F238E27FC236}">
                    <a16:creationId xmlns:a16="http://schemas.microsoft.com/office/drawing/2014/main" id="{46B53986-54E7-6567-3C0A-D236AFDD0B09}"/>
                  </a:ext>
                </a:extLst>
              </p:cNvPr>
              <p:cNvSpPr txBox="1"/>
              <p:nvPr/>
            </p:nvSpPr>
            <p:spPr>
              <a:xfrm>
                <a:off x="549110" y="1666816"/>
                <a:ext cx="913821" cy="264237"/>
              </a:xfrm>
              <a:prstGeom prst="rect">
                <a:avLst/>
              </a:prstGeom>
              <a:noFill/>
            </p:spPr>
            <p:txBody>
              <a:bodyPr wrap="none" rtlCol="0">
                <a:spAutoFit/>
              </a:bodyPr>
              <a:lstStyle/>
              <a:p>
                <a:r>
                  <a:rPr lang="en-US" sz="1000"/>
                  <a:t>Click “Invite”</a:t>
                </a:r>
              </a:p>
            </p:txBody>
          </p:sp>
          <p:cxnSp>
            <p:nvCxnSpPr>
              <p:cNvPr id="72" name="Straight Arrow Connector 71">
                <a:extLst>
                  <a:ext uri="{FF2B5EF4-FFF2-40B4-BE49-F238E27FC236}">
                    <a16:creationId xmlns:a16="http://schemas.microsoft.com/office/drawing/2014/main" id="{00114220-71EE-6B35-64D4-B745F016FEE1}"/>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C2CA117C-FD78-FCDB-A4C9-14D399B4F97F}"/>
                </a:ext>
              </a:extLst>
            </p:cNvPr>
            <p:cNvSpPr/>
            <p:nvPr/>
          </p:nvSpPr>
          <p:spPr>
            <a:xfrm>
              <a:off x="5331231" y="3242249"/>
              <a:ext cx="124257" cy="4234876"/>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D4A97BB3-EF79-C105-D67A-BBA0F7ED2FED}"/>
                </a:ext>
              </a:extLst>
            </p:cNvPr>
            <p:cNvGrpSpPr/>
            <p:nvPr/>
          </p:nvGrpSpPr>
          <p:grpSpPr>
            <a:xfrm>
              <a:off x="2696001" y="2993135"/>
              <a:ext cx="2787943" cy="260080"/>
              <a:chOff x="235040" y="1643149"/>
              <a:chExt cx="2991938" cy="279110"/>
            </a:xfrm>
          </p:grpSpPr>
          <p:sp>
            <p:nvSpPr>
              <p:cNvPr id="66" name="TextBox 65">
                <a:extLst>
                  <a:ext uri="{FF2B5EF4-FFF2-40B4-BE49-F238E27FC236}">
                    <a16:creationId xmlns:a16="http://schemas.microsoft.com/office/drawing/2014/main" id="{75BF309E-C985-79B4-6773-E8342540CE1A}"/>
                  </a:ext>
                </a:extLst>
              </p:cNvPr>
              <p:cNvSpPr txBox="1"/>
              <p:nvPr/>
            </p:nvSpPr>
            <p:spPr>
              <a:xfrm>
                <a:off x="235040" y="1643149"/>
                <a:ext cx="2991938" cy="264237"/>
              </a:xfrm>
              <a:prstGeom prst="rect">
                <a:avLst/>
              </a:prstGeom>
              <a:noFill/>
            </p:spPr>
            <p:txBody>
              <a:bodyPr wrap="none" rtlCol="0">
                <a:spAutoFit/>
              </a:bodyPr>
              <a:lstStyle/>
              <a:p>
                <a:r>
                  <a:rPr lang="en-US" sz="1000"/>
                  <a:t>POST /api/invitations {appToken, projectId, email}</a:t>
                </a:r>
              </a:p>
            </p:txBody>
          </p:sp>
          <p:cxnSp>
            <p:nvCxnSpPr>
              <p:cNvPr id="68" name="Straight Arrow Connector 67">
                <a:extLst>
                  <a:ext uri="{FF2B5EF4-FFF2-40B4-BE49-F238E27FC236}">
                    <a16:creationId xmlns:a16="http://schemas.microsoft.com/office/drawing/2014/main" id="{B077A7CA-2FDB-5D59-3687-2E1754B89040}"/>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E6141C8C-153D-70AA-3A27-5C4ADBA68D1B}"/>
                </a:ext>
              </a:extLst>
            </p:cNvPr>
            <p:cNvGrpSpPr/>
            <p:nvPr/>
          </p:nvGrpSpPr>
          <p:grpSpPr>
            <a:xfrm>
              <a:off x="2750769" y="7215352"/>
              <a:ext cx="2583909" cy="246221"/>
              <a:chOff x="868963" y="2498990"/>
              <a:chExt cx="2772976" cy="264237"/>
            </a:xfrm>
          </p:grpSpPr>
          <p:sp>
            <p:nvSpPr>
              <p:cNvPr id="60" name="TextBox 59">
                <a:extLst>
                  <a:ext uri="{FF2B5EF4-FFF2-40B4-BE49-F238E27FC236}">
                    <a16:creationId xmlns:a16="http://schemas.microsoft.com/office/drawing/2014/main" id="{DDB39E55-F568-07C2-9A89-3B20C1BBC269}"/>
                  </a:ext>
                </a:extLst>
              </p:cNvPr>
              <p:cNvSpPr txBox="1"/>
              <p:nvPr/>
            </p:nvSpPr>
            <p:spPr>
              <a:xfrm>
                <a:off x="1857630" y="2498990"/>
                <a:ext cx="1130579" cy="264237"/>
              </a:xfrm>
              <a:prstGeom prst="rect">
                <a:avLst/>
              </a:prstGeom>
              <a:noFill/>
            </p:spPr>
            <p:txBody>
              <a:bodyPr wrap="none" rtlCol="0">
                <a:spAutoFit/>
              </a:bodyPr>
              <a:lstStyle/>
              <a:p>
                <a:r>
                  <a:rPr lang="en-US" sz="1000"/>
                  <a:t>201, successfully</a:t>
                </a:r>
              </a:p>
            </p:txBody>
          </p:sp>
          <p:cxnSp>
            <p:nvCxnSpPr>
              <p:cNvPr id="61" name="Straight Arrow Connector 60">
                <a:extLst>
                  <a:ext uri="{FF2B5EF4-FFF2-40B4-BE49-F238E27FC236}">
                    <a16:creationId xmlns:a16="http://schemas.microsoft.com/office/drawing/2014/main" id="{6FCEE30F-FC11-1146-5849-0ED830421EB1}"/>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FC0DBC34-7B7B-7AEA-8AAF-ECA79A6A5EF9}"/>
                </a:ext>
              </a:extLst>
            </p:cNvPr>
            <p:cNvGrpSpPr/>
            <p:nvPr/>
          </p:nvGrpSpPr>
          <p:grpSpPr>
            <a:xfrm>
              <a:off x="5282292" y="3260623"/>
              <a:ext cx="1364722" cy="246221"/>
              <a:chOff x="5224464" y="3479392"/>
              <a:chExt cx="1364722" cy="246221"/>
            </a:xfrm>
          </p:grpSpPr>
          <p:sp>
            <p:nvSpPr>
              <p:cNvPr id="37" name="TextBox 36">
                <a:extLst>
                  <a:ext uri="{FF2B5EF4-FFF2-40B4-BE49-F238E27FC236}">
                    <a16:creationId xmlns:a16="http://schemas.microsoft.com/office/drawing/2014/main" id="{7A670BBF-7303-7953-BD05-7CFD9E7E0B34}"/>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9CFC98A9-497B-1422-A4BA-6C9A73C4348C}"/>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FE6FFBB2-7D86-9676-8F00-AB7FF824EE79}"/>
                </a:ext>
              </a:extLst>
            </p:cNvPr>
            <p:cNvGrpSpPr/>
            <p:nvPr/>
          </p:nvGrpSpPr>
          <p:grpSpPr>
            <a:xfrm>
              <a:off x="1357992" y="2474828"/>
              <a:ext cx="1268528" cy="246221"/>
              <a:chOff x="1648293" y="-1503191"/>
              <a:chExt cx="1361347" cy="264237"/>
            </a:xfrm>
          </p:grpSpPr>
          <p:sp>
            <p:nvSpPr>
              <p:cNvPr id="58" name="TextBox 57">
                <a:extLst>
                  <a:ext uri="{FF2B5EF4-FFF2-40B4-BE49-F238E27FC236}">
                    <a16:creationId xmlns:a16="http://schemas.microsoft.com/office/drawing/2014/main" id="{37100E1C-F8AC-2482-19AE-B7F1CE050542}"/>
                  </a:ext>
                </a:extLst>
              </p:cNvPr>
              <p:cNvSpPr txBox="1"/>
              <p:nvPr/>
            </p:nvSpPr>
            <p:spPr>
              <a:xfrm>
                <a:off x="1887292" y="-1503191"/>
                <a:ext cx="838128" cy="264237"/>
              </a:xfrm>
              <a:prstGeom prst="rect">
                <a:avLst/>
              </a:prstGeom>
              <a:noFill/>
            </p:spPr>
            <p:txBody>
              <a:bodyPr wrap="none" rtlCol="0">
                <a:spAutoFit/>
              </a:bodyPr>
              <a:lstStyle/>
              <a:p>
                <a:r>
                  <a:rPr lang="en-US" sz="1000"/>
                  <a:t>Invite Form</a:t>
                </a:r>
              </a:p>
            </p:txBody>
          </p:sp>
          <p:cxnSp>
            <p:nvCxnSpPr>
              <p:cNvPr id="59" name="Straight Arrow Connector 58">
                <a:extLst>
                  <a:ext uri="{FF2B5EF4-FFF2-40B4-BE49-F238E27FC236}">
                    <a16:creationId xmlns:a16="http://schemas.microsoft.com/office/drawing/2014/main" id="{1D79F3C3-3792-4ECD-D869-7F748A542A33}"/>
                  </a:ext>
                </a:extLst>
              </p:cNvPr>
              <p:cNvCxnSpPr>
                <a:cxnSpLocks/>
              </p:cNvCxnSpPr>
              <p:nvPr/>
            </p:nvCxnSpPr>
            <p:spPr>
              <a:xfrm>
                <a:off x="1648293" y="-1259581"/>
                <a:ext cx="136134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11F1A733-EF32-0AEC-19EB-FF8C82800106}"/>
                </a:ext>
              </a:extLst>
            </p:cNvPr>
            <p:cNvGrpSpPr/>
            <p:nvPr/>
          </p:nvGrpSpPr>
          <p:grpSpPr>
            <a:xfrm>
              <a:off x="1310332" y="2743340"/>
              <a:ext cx="1316179" cy="246221"/>
              <a:chOff x="432780" y="1666816"/>
              <a:chExt cx="1412485" cy="264237"/>
            </a:xfrm>
          </p:grpSpPr>
          <p:sp>
            <p:nvSpPr>
              <p:cNvPr id="55" name="TextBox 54">
                <a:extLst>
                  <a:ext uri="{FF2B5EF4-FFF2-40B4-BE49-F238E27FC236}">
                    <a16:creationId xmlns:a16="http://schemas.microsoft.com/office/drawing/2014/main" id="{ED6E792A-F25F-5796-8322-062133C43AAE}"/>
                  </a:ext>
                </a:extLst>
              </p:cNvPr>
              <p:cNvSpPr txBox="1"/>
              <p:nvPr/>
            </p:nvSpPr>
            <p:spPr>
              <a:xfrm>
                <a:off x="675910" y="1666816"/>
                <a:ext cx="918983" cy="264237"/>
              </a:xfrm>
              <a:prstGeom prst="rect">
                <a:avLst/>
              </a:prstGeom>
              <a:noFill/>
            </p:spPr>
            <p:txBody>
              <a:bodyPr wrap="none" rtlCol="0">
                <a:spAutoFit/>
              </a:bodyPr>
              <a:lstStyle/>
              <a:p>
                <a:r>
                  <a:rPr lang="en-US" sz="1000"/>
                  <a:t>Submit Form</a:t>
                </a:r>
              </a:p>
            </p:txBody>
          </p:sp>
          <p:cxnSp>
            <p:nvCxnSpPr>
              <p:cNvPr id="57" name="Straight Arrow Connector 56">
                <a:extLst>
                  <a:ext uri="{FF2B5EF4-FFF2-40B4-BE49-F238E27FC236}">
                    <a16:creationId xmlns:a16="http://schemas.microsoft.com/office/drawing/2014/main" id="{116BEEC6-8253-26E7-7C01-8E1233D9E65F}"/>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4BF93D1A-E4D4-0DA5-06D7-307597FDAF56}"/>
                </a:ext>
              </a:extLst>
            </p:cNvPr>
            <p:cNvGrpSpPr/>
            <p:nvPr/>
          </p:nvGrpSpPr>
          <p:grpSpPr>
            <a:xfrm>
              <a:off x="1302572" y="7338462"/>
              <a:ext cx="1330817" cy="246221"/>
              <a:chOff x="1588819" y="-1503191"/>
              <a:chExt cx="1428193" cy="264237"/>
            </a:xfrm>
          </p:grpSpPr>
          <p:sp>
            <p:nvSpPr>
              <p:cNvPr id="53" name="TextBox 52">
                <a:extLst>
                  <a:ext uri="{FF2B5EF4-FFF2-40B4-BE49-F238E27FC236}">
                    <a16:creationId xmlns:a16="http://schemas.microsoft.com/office/drawing/2014/main" id="{0124CFBF-7394-AD60-CF99-64C394CF434D}"/>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9AF2D020-324F-A680-6A40-F6D750D9D56A}"/>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B8D43671-40EA-0FBB-6AE5-8640CCE37A63}"/>
                </a:ext>
              </a:extLst>
            </p:cNvPr>
            <p:cNvGrpSpPr/>
            <p:nvPr/>
          </p:nvGrpSpPr>
          <p:grpSpPr>
            <a:xfrm>
              <a:off x="249232" y="1003509"/>
              <a:ext cx="2481593" cy="295234"/>
              <a:chOff x="390525" y="886128"/>
              <a:chExt cx="2481593" cy="295234"/>
            </a:xfrm>
          </p:grpSpPr>
          <p:sp>
            <p:nvSpPr>
              <p:cNvPr id="51" name="Rectangle: Single Corner Snipped 50">
                <a:extLst>
                  <a:ext uri="{FF2B5EF4-FFF2-40B4-BE49-F238E27FC236}">
                    <a16:creationId xmlns:a16="http://schemas.microsoft.com/office/drawing/2014/main" id="{A292A672-C49D-5084-0336-CBCD4BA7EE29}"/>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EAB2C439-B573-4FA1-EC48-B2636B7DDBFD}"/>
                  </a:ext>
                </a:extLst>
              </p:cNvPr>
              <p:cNvSpPr txBox="1"/>
              <p:nvPr/>
            </p:nvSpPr>
            <p:spPr>
              <a:xfrm>
                <a:off x="865322" y="904363"/>
                <a:ext cx="1462260" cy="276999"/>
              </a:xfrm>
              <a:prstGeom prst="rect">
                <a:avLst/>
              </a:prstGeom>
              <a:noFill/>
            </p:spPr>
            <p:txBody>
              <a:bodyPr wrap="none" rtlCol="0">
                <a:spAutoFit/>
              </a:bodyPr>
              <a:lstStyle/>
              <a:p>
                <a:r>
                  <a:rPr lang="en-US" sz="1200" b="1"/>
                  <a:t>Mời tham gia dự án</a:t>
                </a:r>
              </a:p>
            </p:txBody>
          </p:sp>
        </p:grpSp>
        <p:sp>
          <p:nvSpPr>
            <p:cNvPr id="44" name="Arc 43">
              <a:extLst>
                <a:ext uri="{FF2B5EF4-FFF2-40B4-BE49-F238E27FC236}">
                  <a16:creationId xmlns:a16="http://schemas.microsoft.com/office/drawing/2014/main" id="{FA390EFF-9393-A764-0823-F9F38CAE6611}"/>
                </a:ext>
              </a:extLst>
            </p:cNvPr>
            <p:cNvSpPr/>
            <p:nvPr/>
          </p:nvSpPr>
          <p:spPr>
            <a:xfrm>
              <a:off x="1050809" y="2713709"/>
              <a:ext cx="375600" cy="255976"/>
            </a:xfrm>
            <a:prstGeom prst="arc">
              <a:avLst>
                <a:gd name="adj1" fmla="val 5941737"/>
                <a:gd name="adj2" fmla="val 15727736"/>
              </a:avLst>
            </a:prstGeom>
            <a:ln>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Rectangle 44">
              <a:extLst>
                <a:ext uri="{FF2B5EF4-FFF2-40B4-BE49-F238E27FC236}">
                  <a16:creationId xmlns:a16="http://schemas.microsoft.com/office/drawing/2014/main" id="{94CC54F1-6759-4857-AB59-647076500497}"/>
                </a:ext>
              </a:extLst>
            </p:cNvPr>
            <p:cNvSpPr/>
            <p:nvPr/>
          </p:nvSpPr>
          <p:spPr>
            <a:xfrm>
              <a:off x="1233895" y="2693810"/>
              <a:ext cx="124257" cy="313360"/>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0" name="TextBox 49">
              <a:extLst>
                <a:ext uri="{FF2B5EF4-FFF2-40B4-BE49-F238E27FC236}">
                  <a16:creationId xmlns:a16="http://schemas.microsoft.com/office/drawing/2014/main" id="{D47D4952-8150-ADB7-C2D3-4C1C75AA35E9}"/>
                </a:ext>
              </a:extLst>
            </p:cNvPr>
            <p:cNvSpPr txBox="1"/>
            <p:nvPr/>
          </p:nvSpPr>
          <p:spPr>
            <a:xfrm>
              <a:off x="299928" y="2711638"/>
              <a:ext cx="916406" cy="246221"/>
            </a:xfrm>
            <a:prstGeom prst="rect">
              <a:avLst/>
            </a:prstGeom>
            <a:noFill/>
          </p:spPr>
          <p:txBody>
            <a:bodyPr wrap="square" rtlCol="0">
              <a:spAutoFit/>
            </a:bodyPr>
            <a:lstStyle/>
            <a:p>
              <a:r>
                <a:rPr lang="en-US" sz="1000"/>
                <a:t>Enter email</a:t>
              </a:r>
              <a:endParaRPr lang="en-US" sz="1000" b="1"/>
            </a:p>
          </p:txBody>
        </p:sp>
        <p:sp>
          <p:nvSpPr>
            <p:cNvPr id="84" name="TextBox 83">
              <a:extLst>
                <a:ext uri="{FF2B5EF4-FFF2-40B4-BE49-F238E27FC236}">
                  <a16:creationId xmlns:a16="http://schemas.microsoft.com/office/drawing/2014/main" id="{310BA520-E119-6AB7-E189-5B06CC3CF5F8}"/>
                </a:ext>
              </a:extLst>
            </p:cNvPr>
            <p:cNvSpPr txBox="1"/>
            <p:nvPr/>
          </p:nvSpPr>
          <p:spPr>
            <a:xfrm>
              <a:off x="5627183" y="4172474"/>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AD41B633-5642-65F2-08B1-206EC63BC317}"/>
                </a:ext>
              </a:extLst>
            </p:cNvPr>
            <p:cNvSpPr/>
            <p:nvPr/>
          </p:nvSpPr>
          <p:spPr>
            <a:xfrm>
              <a:off x="5282292" y="4185883"/>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3781A614-A458-2CE1-19E8-38922B3A4955}"/>
                </a:ext>
              </a:extLst>
            </p:cNvPr>
            <p:cNvGrpSpPr/>
            <p:nvPr/>
          </p:nvGrpSpPr>
          <p:grpSpPr>
            <a:xfrm>
              <a:off x="5465357" y="4450941"/>
              <a:ext cx="2195651" cy="246221"/>
              <a:chOff x="432780" y="1274111"/>
              <a:chExt cx="2356310" cy="264237"/>
            </a:xfrm>
          </p:grpSpPr>
          <p:sp>
            <p:nvSpPr>
              <p:cNvPr id="89" name="TextBox 88">
                <a:extLst>
                  <a:ext uri="{FF2B5EF4-FFF2-40B4-BE49-F238E27FC236}">
                    <a16:creationId xmlns:a16="http://schemas.microsoft.com/office/drawing/2014/main" id="{1E41C505-1B4C-590C-6503-A09E1405A38B}"/>
                  </a:ext>
                </a:extLst>
              </p:cNvPr>
              <p:cNvSpPr txBox="1"/>
              <p:nvPr/>
            </p:nvSpPr>
            <p:spPr>
              <a:xfrm>
                <a:off x="571762" y="1274111"/>
                <a:ext cx="1503885" cy="264237"/>
              </a:xfrm>
              <a:prstGeom prst="rect">
                <a:avLst/>
              </a:prstGeom>
              <a:noFill/>
            </p:spPr>
            <p:txBody>
              <a:bodyPr wrap="none" rtlCol="0">
                <a:spAutoFit/>
              </a:bodyPr>
              <a:lstStyle/>
              <a:p>
                <a:r>
                  <a:rPr lang="en-US" sz="1000"/>
                  <a:t>findUserByEmail(email)</a:t>
                </a:r>
              </a:p>
            </p:txBody>
          </p:sp>
          <p:cxnSp>
            <p:nvCxnSpPr>
              <p:cNvPr id="90" name="Straight Arrow Connector 89">
                <a:extLst>
                  <a:ext uri="{FF2B5EF4-FFF2-40B4-BE49-F238E27FC236}">
                    <a16:creationId xmlns:a16="http://schemas.microsoft.com/office/drawing/2014/main" id="{90BEF643-B202-9615-11A2-CB8A6B164058}"/>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a:extLst>
                <a:ext uri="{FF2B5EF4-FFF2-40B4-BE49-F238E27FC236}">
                  <a16:creationId xmlns:a16="http://schemas.microsoft.com/office/drawing/2014/main" id="{EBD6D512-2652-DA81-3964-37406E23DE38}"/>
                </a:ext>
              </a:extLst>
            </p:cNvPr>
            <p:cNvSpPr/>
            <p:nvPr/>
          </p:nvSpPr>
          <p:spPr>
            <a:xfrm>
              <a:off x="7665853" y="4690915"/>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93" name="Group 92">
              <a:extLst>
                <a:ext uri="{FF2B5EF4-FFF2-40B4-BE49-F238E27FC236}">
                  <a16:creationId xmlns:a16="http://schemas.microsoft.com/office/drawing/2014/main" id="{FCDD4A7F-B089-1102-A0D1-433D56B984F5}"/>
                </a:ext>
              </a:extLst>
            </p:cNvPr>
            <p:cNvGrpSpPr/>
            <p:nvPr/>
          </p:nvGrpSpPr>
          <p:grpSpPr>
            <a:xfrm>
              <a:off x="5462620" y="4695431"/>
              <a:ext cx="2198388" cy="246221"/>
              <a:chOff x="1505858" y="2498990"/>
              <a:chExt cx="2359245" cy="264237"/>
            </a:xfrm>
          </p:grpSpPr>
          <p:sp>
            <p:nvSpPr>
              <p:cNvPr id="94" name="TextBox 93">
                <a:extLst>
                  <a:ext uri="{FF2B5EF4-FFF2-40B4-BE49-F238E27FC236}">
                    <a16:creationId xmlns:a16="http://schemas.microsoft.com/office/drawing/2014/main" id="{F692E3C3-A357-F527-0D80-BB136A3BF8EF}"/>
                  </a:ext>
                </a:extLst>
              </p:cNvPr>
              <p:cNvSpPr txBox="1"/>
              <p:nvPr/>
            </p:nvSpPr>
            <p:spPr>
              <a:xfrm>
                <a:off x="2529631" y="2498990"/>
                <a:ext cx="440740" cy="264237"/>
              </a:xfrm>
              <a:prstGeom prst="rect">
                <a:avLst/>
              </a:prstGeom>
              <a:noFill/>
            </p:spPr>
            <p:txBody>
              <a:bodyPr wrap="none" rtlCol="0">
                <a:spAutoFit/>
              </a:bodyPr>
              <a:lstStyle/>
              <a:p>
                <a:r>
                  <a:rPr lang="en-US" sz="1000"/>
                  <a:t>user</a:t>
                </a:r>
              </a:p>
            </p:txBody>
          </p:sp>
          <p:cxnSp>
            <p:nvCxnSpPr>
              <p:cNvPr id="95" name="Straight Arrow Connector 94">
                <a:extLst>
                  <a:ext uri="{FF2B5EF4-FFF2-40B4-BE49-F238E27FC236}">
                    <a16:creationId xmlns:a16="http://schemas.microsoft.com/office/drawing/2014/main" id="{73C4B18A-C6B9-4819-B641-B18D2ECF4BB6}"/>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52EBCB9A-1251-1700-F329-2A6FE59FD81A}"/>
                </a:ext>
              </a:extLst>
            </p:cNvPr>
            <p:cNvGrpSpPr/>
            <p:nvPr/>
          </p:nvGrpSpPr>
          <p:grpSpPr>
            <a:xfrm>
              <a:off x="5465357" y="3544200"/>
              <a:ext cx="2195650" cy="246221"/>
              <a:chOff x="432780" y="1274111"/>
              <a:chExt cx="2356310" cy="264237"/>
            </a:xfrm>
          </p:grpSpPr>
          <p:sp>
            <p:nvSpPr>
              <p:cNvPr id="21" name="TextBox 20">
                <a:extLst>
                  <a:ext uri="{FF2B5EF4-FFF2-40B4-BE49-F238E27FC236}">
                    <a16:creationId xmlns:a16="http://schemas.microsoft.com/office/drawing/2014/main" id="{CEB2F6E0-274F-0A8E-68D8-0876FA6014F2}"/>
                  </a:ext>
                </a:extLst>
              </p:cNvPr>
              <p:cNvSpPr txBox="1"/>
              <p:nvPr/>
            </p:nvSpPr>
            <p:spPr>
              <a:xfrm>
                <a:off x="571762" y="1274111"/>
                <a:ext cx="1691396" cy="264237"/>
              </a:xfrm>
              <a:prstGeom prst="rect">
                <a:avLst/>
              </a:prstGeom>
              <a:noFill/>
            </p:spPr>
            <p:txBody>
              <a:bodyPr wrap="none" rtlCol="0">
                <a:spAutoFit/>
              </a:bodyPr>
              <a:lstStyle/>
              <a:p>
                <a:r>
                  <a:rPr lang="en-US" sz="1000"/>
                  <a:t>findProjectById(projectId)</a:t>
                </a:r>
              </a:p>
            </p:txBody>
          </p:sp>
          <p:cxnSp>
            <p:nvCxnSpPr>
              <p:cNvPr id="23" name="Straight Arrow Connector 22">
                <a:extLst>
                  <a:ext uri="{FF2B5EF4-FFF2-40B4-BE49-F238E27FC236}">
                    <a16:creationId xmlns:a16="http://schemas.microsoft.com/office/drawing/2014/main" id="{6761AECA-1C67-64B5-4207-E4813A767AD4}"/>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1351E904-E1BD-36F3-FC3A-26B613416C84}"/>
                </a:ext>
              </a:extLst>
            </p:cNvPr>
            <p:cNvSpPr/>
            <p:nvPr/>
          </p:nvSpPr>
          <p:spPr>
            <a:xfrm>
              <a:off x="7665853" y="3784174"/>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D78D6E81-138F-C9AC-6465-AEB22D175849}"/>
                </a:ext>
              </a:extLst>
            </p:cNvPr>
            <p:cNvGrpSpPr/>
            <p:nvPr/>
          </p:nvGrpSpPr>
          <p:grpSpPr>
            <a:xfrm>
              <a:off x="5462620" y="3788690"/>
              <a:ext cx="2198388" cy="246221"/>
              <a:chOff x="1505858" y="2498990"/>
              <a:chExt cx="2359245" cy="264237"/>
            </a:xfrm>
          </p:grpSpPr>
          <p:sp>
            <p:nvSpPr>
              <p:cNvPr id="34" name="TextBox 33">
                <a:extLst>
                  <a:ext uri="{FF2B5EF4-FFF2-40B4-BE49-F238E27FC236}">
                    <a16:creationId xmlns:a16="http://schemas.microsoft.com/office/drawing/2014/main" id="{ED379B43-76E0-AC65-D01A-CCF3DEB1B3E9}"/>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74BFFF36-1941-FDB1-DF18-267C74AEF578}"/>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EF43E909-A256-03FD-A959-679E940BA4F8}"/>
                </a:ext>
              </a:extLst>
            </p:cNvPr>
            <p:cNvSpPr txBox="1"/>
            <p:nvPr/>
          </p:nvSpPr>
          <p:spPr>
            <a:xfrm>
              <a:off x="5627183" y="5108640"/>
              <a:ext cx="1927131" cy="246221"/>
            </a:xfrm>
            <a:prstGeom prst="rect">
              <a:avLst/>
            </a:prstGeom>
            <a:noFill/>
          </p:spPr>
          <p:txBody>
            <a:bodyPr wrap="none" rtlCol="0">
              <a:spAutoFit/>
            </a:bodyPr>
            <a:lstStyle/>
            <a:p>
              <a:r>
                <a:rPr lang="en-US" sz="1000"/>
                <a:t>Check for existence in the project</a:t>
              </a:r>
            </a:p>
          </p:txBody>
        </p:sp>
        <p:sp>
          <p:nvSpPr>
            <p:cNvPr id="6" name="Arc 5">
              <a:extLst>
                <a:ext uri="{FF2B5EF4-FFF2-40B4-BE49-F238E27FC236}">
                  <a16:creationId xmlns:a16="http://schemas.microsoft.com/office/drawing/2014/main" id="{02F835A7-9B35-85E3-0D66-07ADA0AF9AF3}"/>
                </a:ext>
              </a:extLst>
            </p:cNvPr>
            <p:cNvSpPr/>
            <p:nvPr/>
          </p:nvSpPr>
          <p:spPr>
            <a:xfrm>
              <a:off x="5282292" y="512204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sp>
          <p:nvSpPr>
            <p:cNvPr id="7" name="TextBox 6">
              <a:extLst>
                <a:ext uri="{FF2B5EF4-FFF2-40B4-BE49-F238E27FC236}">
                  <a16:creationId xmlns:a16="http://schemas.microsoft.com/office/drawing/2014/main" id="{916057ED-B230-9847-3B07-DE0FC50FC783}"/>
                </a:ext>
              </a:extLst>
            </p:cNvPr>
            <p:cNvSpPr txBox="1"/>
            <p:nvPr/>
          </p:nvSpPr>
          <p:spPr>
            <a:xfrm>
              <a:off x="5627183" y="5466580"/>
              <a:ext cx="1495922" cy="246221"/>
            </a:xfrm>
            <a:prstGeom prst="rect">
              <a:avLst/>
            </a:prstGeom>
            <a:noFill/>
          </p:spPr>
          <p:txBody>
            <a:bodyPr wrap="none" rtlCol="0">
              <a:spAutoFit/>
            </a:bodyPr>
            <a:lstStyle/>
            <a:p>
              <a:r>
                <a:rPr lang="en-US" sz="1000"/>
                <a:t>generate invitationToken</a:t>
              </a:r>
            </a:p>
          </p:txBody>
        </p:sp>
        <p:sp>
          <p:nvSpPr>
            <p:cNvPr id="12" name="Arc 11">
              <a:extLst>
                <a:ext uri="{FF2B5EF4-FFF2-40B4-BE49-F238E27FC236}">
                  <a16:creationId xmlns:a16="http://schemas.microsoft.com/office/drawing/2014/main" id="{BB75DA05-6408-BBF3-9E43-3F19E9544C62}"/>
                </a:ext>
              </a:extLst>
            </p:cNvPr>
            <p:cNvSpPr/>
            <p:nvPr/>
          </p:nvSpPr>
          <p:spPr>
            <a:xfrm>
              <a:off x="5282292" y="547998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13" name="Group 12">
              <a:extLst>
                <a:ext uri="{FF2B5EF4-FFF2-40B4-BE49-F238E27FC236}">
                  <a16:creationId xmlns:a16="http://schemas.microsoft.com/office/drawing/2014/main" id="{F49B77A8-5A08-008C-C5AD-3D108C38DBE3}"/>
                </a:ext>
              </a:extLst>
            </p:cNvPr>
            <p:cNvGrpSpPr/>
            <p:nvPr/>
          </p:nvGrpSpPr>
          <p:grpSpPr>
            <a:xfrm>
              <a:off x="5465357" y="5731892"/>
              <a:ext cx="2195651" cy="246221"/>
              <a:chOff x="432780" y="1274111"/>
              <a:chExt cx="2356310" cy="264237"/>
            </a:xfrm>
          </p:grpSpPr>
          <p:sp>
            <p:nvSpPr>
              <p:cNvPr id="14" name="TextBox 13">
                <a:extLst>
                  <a:ext uri="{FF2B5EF4-FFF2-40B4-BE49-F238E27FC236}">
                    <a16:creationId xmlns:a16="http://schemas.microsoft.com/office/drawing/2014/main" id="{AE3028D4-4406-7DD8-8AA1-745DD60A13AA}"/>
                  </a:ext>
                </a:extLst>
              </p:cNvPr>
              <p:cNvSpPr txBox="1"/>
              <p:nvPr/>
            </p:nvSpPr>
            <p:spPr>
              <a:xfrm>
                <a:off x="571762" y="1274111"/>
                <a:ext cx="2138673" cy="264237"/>
              </a:xfrm>
              <a:prstGeom prst="rect">
                <a:avLst/>
              </a:prstGeom>
              <a:noFill/>
            </p:spPr>
            <p:txBody>
              <a:bodyPr wrap="none" rtlCol="0">
                <a:spAutoFit/>
              </a:bodyPr>
              <a:lstStyle/>
              <a:p>
                <a:r>
                  <a:rPr lang="en-US" sz="1000"/>
                  <a:t>createInvation(projectId, email, ...)</a:t>
                </a:r>
              </a:p>
            </p:txBody>
          </p:sp>
          <p:cxnSp>
            <p:nvCxnSpPr>
              <p:cNvPr id="16" name="Straight Arrow Connector 15">
                <a:extLst>
                  <a:ext uri="{FF2B5EF4-FFF2-40B4-BE49-F238E27FC236}">
                    <a16:creationId xmlns:a16="http://schemas.microsoft.com/office/drawing/2014/main" id="{F0CE19D3-D66F-12F1-46EF-EFA915655DE5}"/>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198FD9C3-46CE-2398-8CA4-A51E2D87B1E2}"/>
                </a:ext>
              </a:extLst>
            </p:cNvPr>
            <p:cNvSpPr/>
            <p:nvPr/>
          </p:nvSpPr>
          <p:spPr>
            <a:xfrm>
              <a:off x="7665853" y="5971866"/>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42" name="Group 41">
              <a:extLst>
                <a:ext uri="{FF2B5EF4-FFF2-40B4-BE49-F238E27FC236}">
                  <a16:creationId xmlns:a16="http://schemas.microsoft.com/office/drawing/2014/main" id="{BCAAF95B-4E1C-E0E0-C18B-CC3CFF937249}"/>
                </a:ext>
              </a:extLst>
            </p:cNvPr>
            <p:cNvGrpSpPr/>
            <p:nvPr/>
          </p:nvGrpSpPr>
          <p:grpSpPr>
            <a:xfrm>
              <a:off x="5462620" y="5976382"/>
              <a:ext cx="2198388" cy="246221"/>
              <a:chOff x="1505858" y="2498990"/>
              <a:chExt cx="2359245" cy="264237"/>
            </a:xfrm>
          </p:grpSpPr>
          <p:sp>
            <p:nvSpPr>
              <p:cNvPr id="46" name="TextBox 45">
                <a:extLst>
                  <a:ext uri="{FF2B5EF4-FFF2-40B4-BE49-F238E27FC236}">
                    <a16:creationId xmlns:a16="http://schemas.microsoft.com/office/drawing/2014/main" id="{EC5ADBD0-3D9A-486D-AA5F-6AEAB9568924}"/>
                  </a:ext>
                </a:extLst>
              </p:cNvPr>
              <p:cNvSpPr txBox="1"/>
              <p:nvPr/>
            </p:nvSpPr>
            <p:spPr>
              <a:xfrm>
                <a:off x="2421775" y="2498990"/>
                <a:ext cx="728029" cy="264237"/>
              </a:xfrm>
              <a:prstGeom prst="rect">
                <a:avLst/>
              </a:prstGeom>
              <a:noFill/>
            </p:spPr>
            <p:txBody>
              <a:bodyPr wrap="none" rtlCol="0">
                <a:spAutoFit/>
              </a:bodyPr>
              <a:lstStyle/>
              <a:p>
                <a:r>
                  <a:rPr lang="en-US" sz="1000"/>
                  <a:t>invitation</a:t>
                </a:r>
              </a:p>
            </p:txBody>
          </p:sp>
          <p:cxnSp>
            <p:nvCxnSpPr>
              <p:cNvPr id="47" name="Straight Arrow Connector 46">
                <a:extLst>
                  <a:ext uri="{FF2B5EF4-FFF2-40B4-BE49-F238E27FC236}">
                    <a16:creationId xmlns:a16="http://schemas.microsoft.com/office/drawing/2014/main" id="{6879D96D-32AC-25B3-D766-1CF3DBCDED8D}"/>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218FC2D8-616A-1C7F-49BC-E2E336DBC0B4}"/>
                </a:ext>
              </a:extLst>
            </p:cNvPr>
            <p:cNvSpPr txBox="1"/>
            <p:nvPr/>
          </p:nvSpPr>
          <p:spPr>
            <a:xfrm>
              <a:off x="5627183" y="6403497"/>
              <a:ext cx="1880643" cy="246221"/>
            </a:xfrm>
            <a:prstGeom prst="rect">
              <a:avLst/>
            </a:prstGeom>
            <a:noFill/>
          </p:spPr>
          <p:txBody>
            <a:bodyPr wrap="none" rtlCol="0">
              <a:spAutoFit/>
            </a:bodyPr>
            <a:lstStyle/>
            <a:p>
              <a:r>
                <a:rPr lang="en-US" sz="1000"/>
                <a:t>createInviteUrl(invitationToken)</a:t>
              </a:r>
            </a:p>
          </p:txBody>
        </p:sp>
        <p:sp>
          <p:nvSpPr>
            <p:cNvPr id="56" name="Arc 55">
              <a:extLst>
                <a:ext uri="{FF2B5EF4-FFF2-40B4-BE49-F238E27FC236}">
                  <a16:creationId xmlns:a16="http://schemas.microsoft.com/office/drawing/2014/main" id="{38A73706-D119-9D9E-88F8-EFA199CEC326}"/>
                </a:ext>
              </a:extLst>
            </p:cNvPr>
            <p:cNvSpPr/>
            <p:nvPr/>
          </p:nvSpPr>
          <p:spPr>
            <a:xfrm>
              <a:off x="5282292" y="6416906"/>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sp>
          <p:nvSpPr>
            <p:cNvPr id="67" name="TextBox 66">
              <a:extLst>
                <a:ext uri="{FF2B5EF4-FFF2-40B4-BE49-F238E27FC236}">
                  <a16:creationId xmlns:a16="http://schemas.microsoft.com/office/drawing/2014/main" id="{6AE049D2-29BB-EE96-BB35-2552D7DBB0D6}"/>
                </a:ext>
              </a:extLst>
            </p:cNvPr>
            <p:cNvSpPr txBox="1"/>
            <p:nvPr/>
          </p:nvSpPr>
          <p:spPr>
            <a:xfrm>
              <a:off x="5627183" y="6752482"/>
              <a:ext cx="1260281" cy="246221"/>
            </a:xfrm>
            <a:prstGeom prst="rect">
              <a:avLst/>
            </a:prstGeom>
            <a:noFill/>
          </p:spPr>
          <p:txBody>
            <a:bodyPr wrap="none" rtlCol="0">
              <a:spAutoFit/>
            </a:bodyPr>
            <a:lstStyle/>
            <a:p>
              <a:r>
                <a:rPr lang="en-US" sz="1000"/>
                <a:t>createEmailContent</a:t>
              </a:r>
            </a:p>
          </p:txBody>
        </p:sp>
        <p:sp>
          <p:nvSpPr>
            <p:cNvPr id="69" name="Arc 68">
              <a:extLst>
                <a:ext uri="{FF2B5EF4-FFF2-40B4-BE49-F238E27FC236}">
                  <a16:creationId xmlns:a16="http://schemas.microsoft.com/office/drawing/2014/main" id="{C020E13E-C9A8-183C-ACFA-04088BB6092A}"/>
                </a:ext>
              </a:extLst>
            </p:cNvPr>
            <p:cNvSpPr/>
            <p:nvPr/>
          </p:nvSpPr>
          <p:spPr>
            <a:xfrm>
              <a:off x="5282292" y="676589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71" name="Group 70">
              <a:extLst>
                <a:ext uri="{FF2B5EF4-FFF2-40B4-BE49-F238E27FC236}">
                  <a16:creationId xmlns:a16="http://schemas.microsoft.com/office/drawing/2014/main" id="{2723A3B3-34B1-2859-B184-B2365A6823E3}"/>
                </a:ext>
              </a:extLst>
            </p:cNvPr>
            <p:cNvGrpSpPr/>
            <p:nvPr/>
          </p:nvGrpSpPr>
          <p:grpSpPr>
            <a:xfrm>
              <a:off x="5465357" y="7043590"/>
              <a:ext cx="3236683" cy="246221"/>
              <a:chOff x="432780" y="1274111"/>
              <a:chExt cx="3473516" cy="264237"/>
            </a:xfrm>
          </p:grpSpPr>
          <p:sp>
            <p:nvSpPr>
              <p:cNvPr id="86" name="TextBox 85">
                <a:extLst>
                  <a:ext uri="{FF2B5EF4-FFF2-40B4-BE49-F238E27FC236}">
                    <a16:creationId xmlns:a16="http://schemas.microsoft.com/office/drawing/2014/main" id="{4036A551-C30A-23D7-6146-B4AC1E31D33B}"/>
                  </a:ext>
                </a:extLst>
              </p:cNvPr>
              <p:cNvSpPr txBox="1"/>
              <p:nvPr/>
            </p:nvSpPr>
            <p:spPr>
              <a:xfrm>
                <a:off x="571762" y="1274111"/>
                <a:ext cx="1660430" cy="264237"/>
              </a:xfrm>
              <a:prstGeom prst="rect">
                <a:avLst/>
              </a:prstGeom>
              <a:noFill/>
            </p:spPr>
            <p:txBody>
              <a:bodyPr wrap="none" rtlCol="0">
                <a:spAutoFit/>
              </a:bodyPr>
              <a:lstStyle/>
              <a:p>
                <a:r>
                  <a:rPr lang="en-US" sz="1000"/>
                  <a:t>sendEmail(email, content)</a:t>
                </a:r>
              </a:p>
            </p:txBody>
          </p:sp>
          <p:cxnSp>
            <p:nvCxnSpPr>
              <p:cNvPr id="87" name="Straight Arrow Connector 86">
                <a:extLst>
                  <a:ext uri="{FF2B5EF4-FFF2-40B4-BE49-F238E27FC236}">
                    <a16:creationId xmlns:a16="http://schemas.microsoft.com/office/drawing/2014/main" id="{402C758D-59EB-4F6E-262C-AEFD6A12CBDD}"/>
                  </a:ext>
                </a:extLst>
              </p:cNvPr>
              <p:cNvCxnSpPr>
                <a:cxnSpLocks/>
              </p:cNvCxnSpPr>
              <p:nvPr/>
            </p:nvCxnSpPr>
            <p:spPr>
              <a:xfrm>
                <a:off x="432780" y="1538348"/>
                <a:ext cx="34735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a16="http://schemas.microsoft.com/office/drawing/2014/main" id="{038E79B6-A42C-6DDF-666F-07D1A77AC967}"/>
                </a:ext>
              </a:extLst>
            </p:cNvPr>
            <p:cNvCxnSpPr>
              <a:cxnSpLocks/>
            </p:cNvCxnSpPr>
            <p:nvPr/>
          </p:nvCxnSpPr>
          <p:spPr>
            <a:xfrm>
              <a:off x="8713229" y="2225545"/>
              <a:ext cx="0" cy="544208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9D49EFE3-8403-F580-90EC-B3CEFC35D8B8}"/>
                </a:ext>
              </a:extLst>
            </p:cNvPr>
            <p:cNvGrpSpPr/>
            <p:nvPr/>
          </p:nvGrpSpPr>
          <p:grpSpPr>
            <a:xfrm>
              <a:off x="8416481" y="1417524"/>
              <a:ext cx="603260" cy="808020"/>
              <a:chOff x="84033" y="924202"/>
              <a:chExt cx="647401" cy="867143"/>
            </a:xfrm>
          </p:grpSpPr>
          <p:grpSp>
            <p:nvGrpSpPr>
              <p:cNvPr id="97" name="Group 96">
                <a:extLst>
                  <a:ext uri="{FF2B5EF4-FFF2-40B4-BE49-F238E27FC236}">
                    <a16:creationId xmlns:a16="http://schemas.microsoft.com/office/drawing/2014/main" id="{DFECB180-1E48-1635-9A08-6D85088049E0}"/>
                  </a:ext>
                </a:extLst>
              </p:cNvPr>
              <p:cNvGrpSpPr/>
              <p:nvPr/>
            </p:nvGrpSpPr>
            <p:grpSpPr>
              <a:xfrm>
                <a:off x="232341" y="924202"/>
                <a:ext cx="350785" cy="602906"/>
                <a:chOff x="1044226" y="1792224"/>
                <a:chExt cx="493522" cy="848233"/>
              </a:xfrm>
            </p:grpSpPr>
            <p:sp>
              <p:nvSpPr>
                <p:cNvPr id="99" name="Oval 98">
                  <a:extLst>
                    <a:ext uri="{FF2B5EF4-FFF2-40B4-BE49-F238E27FC236}">
                      <a16:creationId xmlns:a16="http://schemas.microsoft.com/office/drawing/2014/main" id="{D0013DD5-A6F8-B098-8011-6C14843B84BE}"/>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100" name="Straight Connector 99">
                  <a:extLst>
                    <a:ext uri="{FF2B5EF4-FFF2-40B4-BE49-F238E27FC236}">
                      <a16:creationId xmlns:a16="http://schemas.microsoft.com/office/drawing/2014/main" id="{E1A9E88B-1CCF-2E0E-F72C-FC4F754B75E6}"/>
                    </a:ext>
                  </a:extLst>
                </p:cNvPr>
                <p:cNvCxnSpPr>
                  <a:cxnSpLocks/>
                  <a:stCxn id="99"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81B0C0-520E-80EA-0C4D-7CDCE9BF7AA1}"/>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0426992-D6FE-58FF-2B9C-C9087D99088E}"/>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C9FE8A3-8069-2418-692D-C9791BAA2F61}"/>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8" name="TextBox 97">
                <a:extLst>
                  <a:ext uri="{FF2B5EF4-FFF2-40B4-BE49-F238E27FC236}">
                    <a16:creationId xmlns:a16="http://schemas.microsoft.com/office/drawing/2014/main" id="{3E6BA04E-86BF-7B94-9240-BB530FF731F0}"/>
                  </a:ext>
                </a:extLst>
              </p:cNvPr>
              <p:cNvSpPr txBox="1"/>
              <p:nvPr/>
            </p:nvSpPr>
            <p:spPr>
              <a:xfrm>
                <a:off x="84033" y="1527108"/>
                <a:ext cx="647401" cy="264237"/>
              </a:xfrm>
              <a:prstGeom prst="rect">
                <a:avLst/>
              </a:prstGeom>
              <a:noFill/>
            </p:spPr>
            <p:txBody>
              <a:bodyPr wrap="square" rtlCol="0">
                <a:spAutoFit/>
              </a:bodyPr>
              <a:lstStyle/>
              <a:p>
                <a:pPr algn="ctr"/>
                <a:r>
                  <a:rPr lang="en-US" sz="1000" b="1"/>
                  <a:t>STMP</a:t>
                </a:r>
              </a:p>
            </p:txBody>
          </p:sp>
        </p:grpSp>
      </p:grpSp>
    </p:spTree>
    <p:extLst>
      <p:ext uri="{BB962C8B-B14F-4D97-AF65-F5344CB8AC3E}">
        <p14:creationId xmlns:p14="http://schemas.microsoft.com/office/powerpoint/2010/main" val="24892393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97DA0-A742-4436-2ED1-4870D42214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8D2EA9-B0A9-A6DA-DD1A-5F977ED8AFF3}"/>
              </a:ext>
            </a:extLst>
          </p:cNvPr>
          <p:cNvSpPr>
            <a:spLocks noGrp="1"/>
          </p:cNvSpPr>
          <p:nvPr>
            <p:ph type="sldNum" sz="quarter" idx="12"/>
          </p:nvPr>
        </p:nvSpPr>
        <p:spPr/>
        <p:txBody>
          <a:bodyPr/>
          <a:lstStyle/>
          <a:p>
            <a:fld id="{9EA0BE3B-158A-4EDF-80DC-E394A0D1600F}" type="slidenum">
              <a:rPr lang="en-US" smtClean="0"/>
              <a:pPr/>
              <a:t>31</a:t>
            </a:fld>
            <a:endParaRPr lang="en-US"/>
          </a:p>
        </p:txBody>
      </p:sp>
      <p:sp>
        <p:nvSpPr>
          <p:cNvPr id="3" name="Title 2">
            <a:extLst>
              <a:ext uri="{FF2B5EF4-FFF2-40B4-BE49-F238E27FC236}">
                <a16:creationId xmlns:a16="http://schemas.microsoft.com/office/drawing/2014/main" id="{E4BA2B26-68BF-4030-0591-810F5689522A}"/>
              </a:ext>
            </a:extLst>
          </p:cNvPr>
          <p:cNvSpPr>
            <a:spLocks noGrp="1"/>
          </p:cNvSpPr>
          <p:nvPr>
            <p:ph type="title"/>
          </p:nvPr>
        </p:nvSpPr>
        <p:spPr/>
        <p:txBody>
          <a:bodyPr/>
          <a:lstStyle/>
          <a:p>
            <a:r>
              <a:rPr lang="en-US"/>
              <a:t>Tham gia dự án</a:t>
            </a:r>
          </a:p>
        </p:txBody>
      </p:sp>
      <p:grpSp>
        <p:nvGrpSpPr>
          <p:cNvPr id="91" name="Group 90">
            <a:extLst>
              <a:ext uri="{FF2B5EF4-FFF2-40B4-BE49-F238E27FC236}">
                <a16:creationId xmlns:a16="http://schemas.microsoft.com/office/drawing/2014/main" id="{02DAC4D8-6905-E72F-FD85-2094554E8852}"/>
              </a:ext>
            </a:extLst>
          </p:cNvPr>
          <p:cNvGrpSpPr/>
          <p:nvPr/>
        </p:nvGrpSpPr>
        <p:grpSpPr>
          <a:xfrm>
            <a:off x="373057" y="1174447"/>
            <a:ext cx="8175707" cy="4921553"/>
            <a:chOff x="373057" y="1174447"/>
            <a:chExt cx="8175707" cy="4921553"/>
          </a:xfrm>
        </p:grpSpPr>
        <p:sp>
          <p:nvSpPr>
            <p:cNvPr id="15" name="Rectangle 14">
              <a:extLst>
                <a:ext uri="{FF2B5EF4-FFF2-40B4-BE49-F238E27FC236}">
                  <a16:creationId xmlns:a16="http://schemas.microsoft.com/office/drawing/2014/main" id="{AA003C72-D2A1-4031-A52F-C8C87B514D1E}"/>
                </a:ext>
              </a:extLst>
            </p:cNvPr>
            <p:cNvSpPr/>
            <p:nvPr/>
          </p:nvSpPr>
          <p:spPr>
            <a:xfrm>
              <a:off x="373057" y="1174447"/>
              <a:ext cx="8175707" cy="492155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12ADB88E-E07F-8272-AFCD-C2BE24C41A10}"/>
                </a:ext>
              </a:extLst>
            </p:cNvPr>
            <p:cNvCxnSpPr>
              <a:cxnSpLocks/>
              <a:stCxn id="19" idx="2"/>
            </p:cNvCxnSpPr>
            <p:nvPr/>
          </p:nvCxnSpPr>
          <p:spPr>
            <a:xfrm>
              <a:off x="2201795" y="2347259"/>
              <a:ext cx="0" cy="349156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D73C24D-9139-5147-6F80-120239DD1B7D}"/>
                </a:ext>
              </a:extLst>
            </p:cNvPr>
            <p:cNvCxnSpPr>
              <a:cxnSpLocks/>
            </p:cNvCxnSpPr>
            <p:nvPr/>
          </p:nvCxnSpPr>
          <p:spPr>
            <a:xfrm>
              <a:off x="4904998" y="2350153"/>
              <a:ext cx="0" cy="363154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D3732D0-70CF-89C5-2445-A45C9F3BE051}"/>
                </a:ext>
              </a:extLst>
            </p:cNvPr>
            <p:cNvCxnSpPr>
              <a:cxnSpLocks/>
            </p:cNvCxnSpPr>
            <p:nvPr/>
          </p:nvCxnSpPr>
          <p:spPr>
            <a:xfrm>
              <a:off x="7758635" y="2347260"/>
              <a:ext cx="0" cy="36344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71F3A1B-318C-5E8B-B604-31C00C51D89C}"/>
                </a:ext>
              </a:extLst>
            </p:cNvPr>
            <p:cNvCxnSpPr>
              <a:cxnSpLocks/>
            </p:cNvCxnSpPr>
            <p:nvPr/>
          </p:nvCxnSpPr>
          <p:spPr>
            <a:xfrm>
              <a:off x="810255" y="2347260"/>
              <a:ext cx="0" cy="36344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4A2F9CD-2877-C5DB-679C-30B4490B3500}"/>
                </a:ext>
              </a:extLst>
            </p:cNvPr>
            <p:cNvSpPr/>
            <p:nvPr/>
          </p:nvSpPr>
          <p:spPr>
            <a:xfrm>
              <a:off x="1615449" y="182458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CDA8E69D-9B07-BB80-DF39-85161B66BEB6}"/>
                </a:ext>
              </a:extLst>
            </p:cNvPr>
            <p:cNvSpPr/>
            <p:nvPr/>
          </p:nvSpPr>
          <p:spPr>
            <a:xfrm>
              <a:off x="4318653" y="182530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300C80B1-032F-9BED-7ABD-37893802DC48}"/>
                </a:ext>
              </a:extLst>
            </p:cNvPr>
            <p:cNvSpPr/>
            <p:nvPr/>
          </p:nvSpPr>
          <p:spPr>
            <a:xfrm>
              <a:off x="7172289" y="182458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6B0D344E-D726-E348-1508-FEC2FC26E8E4}"/>
                </a:ext>
              </a:extLst>
            </p:cNvPr>
            <p:cNvGrpSpPr/>
            <p:nvPr/>
          </p:nvGrpSpPr>
          <p:grpSpPr>
            <a:xfrm>
              <a:off x="433358" y="1584019"/>
              <a:ext cx="736558" cy="808020"/>
              <a:chOff x="12507" y="924202"/>
              <a:chExt cx="790453" cy="867143"/>
            </a:xfrm>
          </p:grpSpPr>
          <p:grpSp>
            <p:nvGrpSpPr>
              <p:cNvPr id="73" name="Group 72">
                <a:extLst>
                  <a:ext uri="{FF2B5EF4-FFF2-40B4-BE49-F238E27FC236}">
                    <a16:creationId xmlns:a16="http://schemas.microsoft.com/office/drawing/2014/main" id="{37624AB1-D778-A638-5BD4-CDEB4496A24B}"/>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834E497F-2608-4F59-5D65-E00FB399E847}"/>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8D7461BE-274A-3BC1-747A-249303C31696}"/>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F386060-E846-A723-6345-39D3E23C4407}"/>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32C92DE-9C3D-6F28-A090-AA558EC1A5FF}"/>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C2076FC-CCCF-61BB-B073-BEFD411D6CA4}"/>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F8AAF4E-FF4C-EE2A-C1DB-33C3EC2FFB67}"/>
                  </a:ext>
                </a:extLst>
              </p:cNvPr>
              <p:cNvSpPr txBox="1"/>
              <p:nvPr/>
            </p:nvSpPr>
            <p:spPr>
              <a:xfrm>
                <a:off x="12507" y="1527108"/>
                <a:ext cx="790453" cy="264237"/>
              </a:xfrm>
              <a:prstGeom prst="rect">
                <a:avLst/>
              </a:prstGeom>
              <a:noFill/>
            </p:spPr>
            <p:txBody>
              <a:bodyPr wrap="square" rtlCol="0">
                <a:spAutoFit/>
              </a:bodyPr>
              <a:lstStyle/>
              <a:p>
                <a:pPr algn="ctr"/>
                <a:r>
                  <a:rPr lang="en-US" sz="1000" b="1"/>
                  <a:t>USER</a:t>
                </a:r>
              </a:p>
            </p:txBody>
          </p:sp>
        </p:grpSp>
        <p:sp>
          <p:nvSpPr>
            <p:cNvPr id="25" name="Rectangle 24">
              <a:extLst>
                <a:ext uri="{FF2B5EF4-FFF2-40B4-BE49-F238E27FC236}">
                  <a16:creationId xmlns:a16="http://schemas.microsoft.com/office/drawing/2014/main" id="{D9738CD6-75DB-BB1A-D324-B43FE48BC373}"/>
                </a:ext>
              </a:extLst>
            </p:cNvPr>
            <p:cNvSpPr/>
            <p:nvPr/>
          </p:nvSpPr>
          <p:spPr>
            <a:xfrm>
              <a:off x="2139665" y="2618203"/>
              <a:ext cx="124257" cy="326406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7E23FF7C-A310-4DFA-D15A-0FA3D225E18C}"/>
                </a:ext>
              </a:extLst>
            </p:cNvPr>
            <p:cNvGrpSpPr/>
            <p:nvPr/>
          </p:nvGrpSpPr>
          <p:grpSpPr>
            <a:xfrm>
              <a:off x="820245" y="2392039"/>
              <a:ext cx="1316180" cy="246221"/>
              <a:chOff x="432780" y="1666816"/>
              <a:chExt cx="1412485" cy="264237"/>
            </a:xfrm>
          </p:grpSpPr>
          <p:sp>
            <p:nvSpPr>
              <p:cNvPr id="70" name="TextBox 69">
                <a:extLst>
                  <a:ext uri="{FF2B5EF4-FFF2-40B4-BE49-F238E27FC236}">
                    <a16:creationId xmlns:a16="http://schemas.microsoft.com/office/drawing/2014/main" id="{DEBD0BA0-B3CC-7698-00A3-943C0D99B7EC}"/>
                  </a:ext>
                </a:extLst>
              </p:cNvPr>
              <p:cNvSpPr txBox="1"/>
              <p:nvPr/>
            </p:nvSpPr>
            <p:spPr>
              <a:xfrm>
                <a:off x="646832" y="1666816"/>
                <a:ext cx="967151" cy="264237"/>
              </a:xfrm>
              <a:prstGeom prst="rect">
                <a:avLst/>
              </a:prstGeom>
              <a:noFill/>
            </p:spPr>
            <p:txBody>
              <a:bodyPr wrap="none" rtlCol="0">
                <a:spAutoFit/>
              </a:bodyPr>
              <a:lstStyle/>
              <a:p>
                <a:r>
                  <a:rPr lang="en-US" sz="1000"/>
                  <a:t>click “Accept”</a:t>
                </a:r>
              </a:p>
            </p:txBody>
          </p:sp>
          <p:cxnSp>
            <p:nvCxnSpPr>
              <p:cNvPr id="72" name="Straight Arrow Connector 71">
                <a:extLst>
                  <a:ext uri="{FF2B5EF4-FFF2-40B4-BE49-F238E27FC236}">
                    <a16:creationId xmlns:a16="http://schemas.microsoft.com/office/drawing/2014/main" id="{55EF884B-1C73-47FF-29A0-40AB151E2303}"/>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9FA53464-D472-4608-4218-E6C345AA3225}"/>
                </a:ext>
              </a:extLst>
            </p:cNvPr>
            <p:cNvSpPr/>
            <p:nvPr/>
          </p:nvSpPr>
          <p:spPr>
            <a:xfrm>
              <a:off x="4841144" y="2981241"/>
              <a:ext cx="124257" cy="2702311"/>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D940DF87-724D-0F38-2759-A3BF82D6630C}"/>
                </a:ext>
              </a:extLst>
            </p:cNvPr>
            <p:cNvGrpSpPr/>
            <p:nvPr/>
          </p:nvGrpSpPr>
          <p:grpSpPr>
            <a:xfrm>
              <a:off x="2226909" y="2600790"/>
              <a:ext cx="2603395" cy="400110"/>
              <a:chOff x="257571" y="1513969"/>
              <a:chExt cx="2793889" cy="429386"/>
            </a:xfrm>
          </p:grpSpPr>
          <p:sp>
            <p:nvSpPr>
              <p:cNvPr id="66" name="TextBox 65">
                <a:extLst>
                  <a:ext uri="{FF2B5EF4-FFF2-40B4-BE49-F238E27FC236}">
                    <a16:creationId xmlns:a16="http://schemas.microsoft.com/office/drawing/2014/main" id="{682E26B9-D23B-BC43-3D3D-B298A3541CA9}"/>
                  </a:ext>
                </a:extLst>
              </p:cNvPr>
              <p:cNvSpPr txBox="1"/>
              <p:nvPr/>
            </p:nvSpPr>
            <p:spPr>
              <a:xfrm>
                <a:off x="257571" y="1513969"/>
                <a:ext cx="1773971" cy="429386"/>
              </a:xfrm>
              <a:prstGeom prst="rect">
                <a:avLst/>
              </a:prstGeom>
              <a:noFill/>
            </p:spPr>
            <p:txBody>
              <a:bodyPr wrap="none" rtlCol="0">
                <a:spAutoFit/>
              </a:bodyPr>
              <a:lstStyle/>
              <a:p>
                <a:r>
                  <a:rPr lang="en-US" sz="1000"/>
                  <a:t>GET /api/invitations/accept </a:t>
                </a:r>
              </a:p>
              <a:p>
                <a:r>
                  <a:rPr lang="en-US" sz="1000"/>
                  <a:t>{appToken, invitationToken}</a:t>
                </a:r>
              </a:p>
            </p:txBody>
          </p:sp>
          <p:cxnSp>
            <p:nvCxnSpPr>
              <p:cNvPr id="68" name="Straight Arrow Connector 67">
                <a:extLst>
                  <a:ext uri="{FF2B5EF4-FFF2-40B4-BE49-F238E27FC236}">
                    <a16:creationId xmlns:a16="http://schemas.microsoft.com/office/drawing/2014/main" id="{75FD2D56-0D9C-BE32-4581-72BF5AFD2DFA}"/>
                  </a:ext>
                </a:extLst>
              </p:cNvPr>
              <p:cNvCxnSpPr>
                <a:cxnSpLocks/>
              </p:cNvCxnSpPr>
              <p:nvPr/>
            </p:nvCxnSpPr>
            <p:spPr>
              <a:xfrm>
                <a:off x="299669" y="1922259"/>
                <a:ext cx="27517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EE1E739-6018-7730-053B-83B2177B9B08}"/>
                </a:ext>
              </a:extLst>
            </p:cNvPr>
            <p:cNvGrpSpPr/>
            <p:nvPr/>
          </p:nvGrpSpPr>
          <p:grpSpPr>
            <a:xfrm>
              <a:off x="4975270" y="4086326"/>
              <a:ext cx="2712237" cy="246221"/>
              <a:chOff x="432780" y="1274111"/>
              <a:chExt cx="2910697" cy="264237"/>
            </a:xfrm>
          </p:grpSpPr>
          <p:sp>
            <p:nvSpPr>
              <p:cNvPr id="64" name="TextBox 63">
                <a:extLst>
                  <a:ext uri="{FF2B5EF4-FFF2-40B4-BE49-F238E27FC236}">
                    <a16:creationId xmlns:a16="http://schemas.microsoft.com/office/drawing/2014/main" id="{028D5BDD-04D8-D345-E0B0-78E2D916887F}"/>
                  </a:ext>
                </a:extLst>
              </p:cNvPr>
              <p:cNvSpPr txBox="1"/>
              <p:nvPr/>
            </p:nvSpPr>
            <p:spPr>
              <a:xfrm>
                <a:off x="571762" y="1274111"/>
                <a:ext cx="2209207" cy="264237"/>
              </a:xfrm>
              <a:prstGeom prst="rect">
                <a:avLst/>
              </a:prstGeom>
              <a:noFill/>
            </p:spPr>
            <p:txBody>
              <a:bodyPr wrap="none" rtlCol="0">
                <a:spAutoFit/>
              </a:bodyPr>
              <a:lstStyle/>
              <a:p>
                <a:r>
                  <a:rPr lang="en-US" sz="1000"/>
                  <a:t>findProjectById(invitation.projectId)</a:t>
                </a:r>
              </a:p>
            </p:txBody>
          </p:sp>
          <p:cxnSp>
            <p:nvCxnSpPr>
              <p:cNvPr id="65" name="Straight Arrow Connector 64">
                <a:extLst>
                  <a:ext uri="{FF2B5EF4-FFF2-40B4-BE49-F238E27FC236}">
                    <a16:creationId xmlns:a16="http://schemas.microsoft.com/office/drawing/2014/main" id="{297C8C24-01F4-41B2-11C8-607B58BDACF4}"/>
                  </a:ext>
                </a:extLst>
              </p:cNvPr>
              <p:cNvCxnSpPr>
                <a:cxnSpLocks/>
              </p:cNvCxnSpPr>
              <p:nvPr/>
            </p:nvCxnSpPr>
            <p:spPr>
              <a:xfrm>
                <a:off x="432780" y="1538348"/>
                <a:ext cx="29106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B5334AA2-07FE-04DC-9E6A-749472322363}"/>
                </a:ext>
              </a:extLst>
            </p:cNvPr>
            <p:cNvSpPr/>
            <p:nvPr/>
          </p:nvSpPr>
          <p:spPr>
            <a:xfrm>
              <a:off x="7696505" y="4326300"/>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AAE491DB-8D70-13B4-F27E-BEA4CBF1FF08}"/>
                </a:ext>
              </a:extLst>
            </p:cNvPr>
            <p:cNvGrpSpPr/>
            <p:nvPr/>
          </p:nvGrpSpPr>
          <p:grpSpPr>
            <a:xfrm>
              <a:off x="4972533" y="4330816"/>
              <a:ext cx="2710211" cy="246221"/>
              <a:chOff x="1505858" y="2498990"/>
              <a:chExt cx="2908518" cy="264237"/>
            </a:xfrm>
          </p:grpSpPr>
          <p:sp>
            <p:nvSpPr>
              <p:cNvPr id="62" name="TextBox 61">
                <a:extLst>
                  <a:ext uri="{FF2B5EF4-FFF2-40B4-BE49-F238E27FC236}">
                    <a16:creationId xmlns:a16="http://schemas.microsoft.com/office/drawing/2014/main" id="{F8A400D5-E664-9D2D-212E-BD2B716D8919}"/>
                  </a:ext>
                </a:extLst>
              </p:cNvPr>
              <p:cNvSpPr txBox="1"/>
              <p:nvPr/>
            </p:nvSpPr>
            <p:spPr>
              <a:xfrm>
                <a:off x="2716531" y="2498990"/>
                <a:ext cx="597287" cy="264237"/>
              </a:xfrm>
              <a:prstGeom prst="rect">
                <a:avLst/>
              </a:prstGeom>
              <a:noFill/>
            </p:spPr>
            <p:txBody>
              <a:bodyPr wrap="none" rtlCol="0">
                <a:spAutoFit/>
              </a:bodyPr>
              <a:lstStyle/>
              <a:p>
                <a:r>
                  <a:rPr lang="en-US" sz="1000"/>
                  <a:t>project</a:t>
                </a:r>
              </a:p>
            </p:txBody>
          </p:sp>
          <p:cxnSp>
            <p:nvCxnSpPr>
              <p:cNvPr id="63" name="Straight Arrow Connector 62">
                <a:extLst>
                  <a:ext uri="{FF2B5EF4-FFF2-40B4-BE49-F238E27FC236}">
                    <a16:creationId xmlns:a16="http://schemas.microsoft.com/office/drawing/2014/main" id="{66557A60-BD05-FF02-4074-4FC6A640E510}"/>
                  </a:ext>
                </a:extLst>
              </p:cNvPr>
              <p:cNvCxnSpPr>
                <a:cxnSpLocks/>
              </p:cNvCxnSpPr>
              <p:nvPr/>
            </p:nvCxnSpPr>
            <p:spPr>
              <a:xfrm>
                <a:off x="1505858" y="2742599"/>
                <a:ext cx="290851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4FD590B7-22BC-4BD7-22F5-85A61B4CF52C}"/>
                </a:ext>
              </a:extLst>
            </p:cNvPr>
            <p:cNvGrpSpPr/>
            <p:nvPr/>
          </p:nvGrpSpPr>
          <p:grpSpPr>
            <a:xfrm>
              <a:off x="4792205" y="2979297"/>
              <a:ext cx="1364722" cy="246221"/>
              <a:chOff x="5224464" y="3479392"/>
              <a:chExt cx="1364722" cy="246221"/>
            </a:xfrm>
          </p:grpSpPr>
          <p:sp>
            <p:nvSpPr>
              <p:cNvPr id="37" name="TextBox 36">
                <a:extLst>
                  <a:ext uri="{FF2B5EF4-FFF2-40B4-BE49-F238E27FC236}">
                    <a16:creationId xmlns:a16="http://schemas.microsoft.com/office/drawing/2014/main" id="{58DD39EC-244F-8602-BB85-26A92E36CBEC}"/>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6EBBD315-2177-95C3-C0F1-B5C33FF16D27}"/>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1" name="Group 40">
              <a:extLst>
                <a:ext uri="{FF2B5EF4-FFF2-40B4-BE49-F238E27FC236}">
                  <a16:creationId xmlns:a16="http://schemas.microsoft.com/office/drawing/2014/main" id="{65177128-98C7-B93C-FD8E-3E073CDFF243}"/>
                </a:ext>
              </a:extLst>
            </p:cNvPr>
            <p:cNvGrpSpPr/>
            <p:nvPr/>
          </p:nvGrpSpPr>
          <p:grpSpPr>
            <a:xfrm>
              <a:off x="812485" y="5636047"/>
              <a:ext cx="1330817" cy="246221"/>
              <a:chOff x="1588819" y="-1503191"/>
              <a:chExt cx="1428193" cy="264237"/>
            </a:xfrm>
          </p:grpSpPr>
          <p:sp>
            <p:nvSpPr>
              <p:cNvPr id="53" name="TextBox 52">
                <a:extLst>
                  <a:ext uri="{FF2B5EF4-FFF2-40B4-BE49-F238E27FC236}">
                    <a16:creationId xmlns:a16="http://schemas.microsoft.com/office/drawing/2014/main" id="{4861CCB7-4CA5-F462-89C1-D6DF2C71695D}"/>
                  </a:ext>
                </a:extLst>
              </p:cNvPr>
              <p:cNvSpPr txBox="1"/>
              <p:nvPr/>
            </p:nvSpPr>
            <p:spPr>
              <a:xfrm>
                <a:off x="1811199" y="-1503191"/>
                <a:ext cx="1106493" cy="264237"/>
              </a:xfrm>
              <a:prstGeom prst="rect">
                <a:avLst/>
              </a:prstGeom>
              <a:noFill/>
            </p:spPr>
            <p:txBody>
              <a:bodyPr wrap="none" rtlCol="0">
                <a:spAutoFit/>
              </a:bodyPr>
              <a:lstStyle/>
              <a:p>
                <a:r>
                  <a:rPr lang="en-US" sz="1000"/>
                  <a:t>Project Detail UI</a:t>
                </a:r>
              </a:p>
            </p:txBody>
          </p:sp>
          <p:cxnSp>
            <p:nvCxnSpPr>
              <p:cNvPr id="54" name="Straight Arrow Connector 53">
                <a:extLst>
                  <a:ext uri="{FF2B5EF4-FFF2-40B4-BE49-F238E27FC236}">
                    <a16:creationId xmlns:a16="http://schemas.microsoft.com/office/drawing/2014/main" id="{590D7C35-D6F3-55B1-2C3B-2CAB2C1149B8}"/>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BDC88339-637A-09AC-B276-804D756EBC5B}"/>
                </a:ext>
              </a:extLst>
            </p:cNvPr>
            <p:cNvGrpSpPr/>
            <p:nvPr/>
          </p:nvGrpSpPr>
          <p:grpSpPr>
            <a:xfrm>
              <a:off x="373057" y="1177192"/>
              <a:ext cx="3028995" cy="291001"/>
              <a:chOff x="390525" y="882584"/>
              <a:chExt cx="3028995" cy="291001"/>
            </a:xfrm>
          </p:grpSpPr>
          <p:sp>
            <p:nvSpPr>
              <p:cNvPr id="51" name="Rectangle: Single Corner Snipped 50">
                <a:extLst>
                  <a:ext uri="{FF2B5EF4-FFF2-40B4-BE49-F238E27FC236}">
                    <a16:creationId xmlns:a16="http://schemas.microsoft.com/office/drawing/2014/main" id="{91758D32-0D37-000A-7669-8796FEA8B2F4}"/>
                  </a:ext>
                </a:extLst>
              </p:cNvPr>
              <p:cNvSpPr/>
              <p:nvPr/>
            </p:nvSpPr>
            <p:spPr>
              <a:xfrm flipV="1">
                <a:off x="390525" y="882584"/>
                <a:ext cx="3028995"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54999611-B78C-DEE4-37C2-F4F0589A7FE7}"/>
                  </a:ext>
                </a:extLst>
              </p:cNvPr>
              <p:cNvSpPr txBox="1"/>
              <p:nvPr/>
            </p:nvSpPr>
            <p:spPr>
              <a:xfrm>
                <a:off x="1310779" y="890211"/>
                <a:ext cx="1180131" cy="276999"/>
              </a:xfrm>
              <a:prstGeom prst="rect">
                <a:avLst/>
              </a:prstGeom>
              <a:noFill/>
            </p:spPr>
            <p:txBody>
              <a:bodyPr wrap="none" rtlCol="0">
                <a:spAutoFit/>
              </a:bodyPr>
              <a:lstStyle/>
              <a:p>
                <a:r>
                  <a:rPr lang="en-US" sz="1200" b="1"/>
                  <a:t>Tham gia dự án</a:t>
                </a:r>
              </a:p>
            </p:txBody>
          </p:sp>
        </p:grpSp>
        <p:grpSp>
          <p:nvGrpSpPr>
            <p:cNvPr id="7" name="Group 6">
              <a:extLst>
                <a:ext uri="{FF2B5EF4-FFF2-40B4-BE49-F238E27FC236}">
                  <a16:creationId xmlns:a16="http://schemas.microsoft.com/office/drawing/2014/main" id="{0905A657-624F-5AAC-36B4-E4321C21C33B}"/>
                </a:ext>
              </a:extLst>
            </p:cNvPr>
            <p:cNvGrpSpPr/>
            <p:nvPr/>
          </p:nvGrpSpPr>
          <p:grpSpPr>
            <a:xfrm>
              <a:off x="4792205" y="4711616"/>
              <a:ext cx="2272022" cy="246221"/>
              <a:chOff x="5282292" y="4811200"/>
              <a:chExt cx="2272022" cy="246221"/>
            </a:xfrm>
          </p:grpSpPr>
          <p:sp>
            <p:nvSpPr>
              <p:cNvPr id="84" name="TextBox 83">
                <a:extLst>
                  <a:ext uri="{FF2B5EF4-FFF2-40B4-BE49-F238E27FC236}">
                    <a16:creationId xmlns:a16="http://schemas.microsoft.com/office/drawing/2014/main" id="{EC567A9E-4628-6CF5-8B11-50FFAB9FA346}"/>
                  </a:ext>
                </a:extLst>
              </p:cNvPr>
              <p:cNvSpPr txBox="1"/>
              <p:nvPr/>
            </p:nvSpPr>
            <p:spPr>
              <a:xfrm>
                <a:off x="5627183" y="4811200"/>
                <a:ext cx="1927131" cy="246221"/>
              </a:xfrm>
              <a:prstGeom prst="rect">
                <a:avLst/>
              </a:prstGeom>
              <a:noFill/>
            </p:spPr>
            <p:txBody>
              <a:bodyPr wrap="none" rtlCol="0">
                <a:spAutoFit/>
              </a:bodyPr>
              <a:lstStyle/>
              <a:p>
                <a:r>
                  <a:rPr lang="en-US" sz="1000"/>
                  <a:t>Check for existence in the project</a:t>
                </a:r>
              </a:p>
            </p:txBody>
          </p:sp>
          <p:sp>
            <p:nvSpPr>
              <p:cNvPr id="85" name="Arc 84">
                <a:extLst>
                  <a:ext uri="{FF2B5EF4-FFF2-40B4-BE49-F238E27FC236}">
                    <a16:creationId xmlns:a16="http://schemas.microsoft.com/office/drawing/2014/main" id="{EE873080-359C-2640-6EFA-8FCE79A5BAFA}"/>
                  </a:ext>
                </a:extLst>
              </p:cNvPr>
              <p:cNvSpPr/>
              <p:nvPr/>
            </p:nvSpPr>
            <p:spPr>
              <a:xfrm>
                <a:off x="5282292" y="482460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18" name="Group 17">
              <a:extLst>
                <a:ext uri="{FF2B5EF4-FFF2-40B4-BE49-F238E27FC236}">
                  <a16:creationId xmlns:a16="http://schemas.microsoft.com/office/drawing/2014/main" id="{38ED6A0B-EB74-8CF2-1370-2A994AC35AF5}"/>
                </a:ext>
              </a:extLst>
            </p:cNvPr>
            <p:cNvGrpSpPr/>
            <p:nvPr/>
          </p:nvGrpSpPr>
          <p:grpSpPr>
            <a:xfrm>
              <a:off x="4975270" y="3212369"/>
              <a:ext cx="2712237" cy="246221"/>
              <a:chOff x="432780" y="1274111"/>
              <a:chExt cx="2910697" cy="264237"/>
            </a:xfrm>
          </p:grpSpPr>
          <p:sp>
            <p:nvSpPr>
              <p:cNvPr id="21" name="TextBox 20">
                <a:extLst>
                  <a:ext uri="{FF2B5EF4-FFF2-40B4-BE49-F238E27FC236}">
                    <a16:creationId xmlns:a16="http://schemas.microsoft.com/office/drawing/2014/main" id="{C6AB121A-3A10-1ECF-3F23-292C99C55D08}"/>
                  </a:ext>
                </a:extLst>
              </p:cNvPr>
              <p:cNvSpPr txBox="1"/>
              <p:nvPr/>
            </p:nvSpPr>
            <p:spPr>
              <a:xfrm>
                <a:off x="571762" y="1274111"/>
                <a:ext cx="2382957" cy="264237"/>
              </a:xfrm>
              <a:prstGeom prst="rect">
                <a:avLst/>
              </a:prstGeom>
              <a:noFill/>
            </p:spPr>
            <p:txBody>
              <a:bodyPr wrap="none" rtlCol="0">
                <a:spAutoFit/>
              </a:bodyPr>
              <a:lstStyle/>
              <a:p>
                <a:r>
                  <a:rPr lang="en-US" sz="1000"/>
                  <a:t>findInvitationByToken(invitationToken)</a:t>
                </a:r>
              </a:p>
            </p:txBody>
          </p:sp>
          <p:cxnSp>
            <p:nvCxnSpPr>
              <p:cNvPr id="23" name="Straight Arrow Connector 22">
                <a:extLst>
                  <a:ext uri="{FF2B5EF4-FFF2-40B4-BE49-F238E27FC236}">
                    <a16:creationId xmlns:a16="http://schemas.microsoft.com/office/drawing/2014/main" id="{782F66CE-6CE2-CEF9-484A-F8CD43286AB1}"/>
                  </a:ext>
                </a:extLst>
              </p:cNvPr>
              <p:cNvCxnSpPr>
                <a:cxnSpLocks/>
              </p:cNvCxnSpPr>
              <p:nvPr/>
            </p:nvCxnSpPr>
            <p:spPr>
              <a:xfrm>
                <a:off x="432780" y="1538348"/>
                <a:ext cx="29106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B20CB37-6696-8A75-3DE1-C499228C661E}"/>
                </a:ext>
              </a:extLst>
            </p:cNvPr>
            <p:cNvSpPr/>
            <p:nvPr/>
          </p:nvSpPr>
          <p:spPr>
            <a:xfrm>
              <a:off x="7696505" y="345234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EE08AA5D-DEE8-C7F5-DFCE-92EA0A68AE97}"/>
                </a:ext>
              </a:extLst>
            </p:cNvPr>
            <p:cNvGrpSpPr/>
            <p:nvPr/>
          </p:nvGrpSpPr>
          <p:grpSpPr>
            <a:xfrm>
              <a:off x="4972533" y="3456859"/>
              <a:ext cx="2724499" cy="246221"/>
              <a:chOff x="1505858" y="2498990"/>
              <a:chExt cx="2923852" cy="264237"/>
            </a:xfrm>
          </p:grpSpPr>
          <p:sp>
            <p:nvSpPr>
              <p:cNvPr id="34" name="TextBox 33">
                <a:extLst>
                  <a:ext uri="{FF2B5EF4-FFF2-40B4-BE49-F238E27FC236}">
                    <a16:creationId xmlns:a16="http://schemas.microsoft.com/office/drawing/2014/main" id="{74906AD6-0814-D523-D5B6-7436E5C9B051}"/>
                  </a:ext>
                </a:extLst>
              </p:cNvPr>
              <p:cNvSpPr txBox="1"/>
              <p:nvPr/>
            </p:nvSpPr>
            <p:spPr>
              <a:xfrm>
                <a:off x="2662665" y="2498990"/>
                <a:ext cx="728029" cy="264237"/>
              </a:xfrm>
              <a:prstGeom prst="rect">
                <a:avLst/>
              </a:prstGeom>
              <a:noFill/>
            </p:spPr>
            <p:txBody>
              <a:bodyPr wrap="none" rtlCol="0">
                <a:spAutoFit/>
              </a:bodyPr>
              <a:lstStyle/>
              <a:p>
                <a:r>
                  <a:rPr lang="en-US" sz="1000"/>
                  <a:t>invitation</a:t>
                </a:r>
              </a:p>
            </p:txBody>
          </p:sp>
          <p:cxnSp>
            <p:nvCxnSpPr>
              <p:cNvPr id="35" name="Straight Arrow Connector 34">
                <a:extLst>
                  <a:ext uri="{FF2B5EF4-FFF2-40B4-BE49-F238E27FC236}">
                    <a16:creationId xmlns:a16="http://schemas.microsoft.com/office/drawing/2014/main" id="{0ECA7134-3B10-D9BF-9D92-8A648B1BE463}"/>
                  </a:ext>
                </a:extLst>
              </p:cNvPr>
              <p:cNvCxnSpPr>
                <a:cxnSpLocks/>
              </p:cNvCxnSpPr>
              <p:nvPr/>
            </p:nvCxnSpPr>
            <p:spPr>
              <a:xfrm>
                <a:off x="1505858" y="2742599"/>
                <a:ext cx="2923852"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B099A298-F8C8-FE7C-FF02-7B6A012AD5CD}"/>
                </a:ext>
              </a:extLst>
            </p:cNvPr>
            <p:cNvGrpSpPr/>
            <p:nvPr/>
          </p:nvGrpSpPr>
          <p:grpSpPr>
            <a:xfrm>
              <a:off x="2260681" y="5423714"/>
              <a:ext cx="2583909" cy="246221"/>
              <a:chOff x="868963" y="2498990"/>
              <a:chExt cx="2772976" cy="264237"/>
            </a:xfrm>
          </p:grpSpPr>
          <p:sp>
            <p:nvSpPr>
              <p:cNvPr id="69" name="TextBox 68">
                <a:extLst>
                  <a:ext uri="{FF2B5EF4-FFF2-40B4-BE49-F238E27FC236}">
                    <a16:creationId xmlns:a16="http://schemas.microsoft.com/office/drawing/2014/main" id="{FF88D879-1B6A-BF0F-8E66-2D32D58C5F91}"/>
                  </a:ext>
                </a:extLst>
              </p:cNvPr>
              <p:cNvSpPr txBox="1"/>
              <p:nvPr/>
            </p:nvSpPr>
            <p:spPr>
              <a:xfrm>
                <a:off x="1870893" y="2498990"/>
                <a:ext cx="1244118" cy="264237"/>
              </a:xfrm>
              <a:prstGeom prst="rect">
                <a:avLst/>
              </a:prstGeom>
              <a:noFill/>
            </p:spPr>
            <p:txBody>
              <a:bodyPr wrap="none" rtlCol="0">
                <a:spAutoFit/>
              </a:bodyPr>
              <a:lstStyle/>
              <a:p>
                <a:r>
                  <a:rPr lang="en-US" sz="1000"/>
                  <a:t>200, “successfully”</a:t>
                </a:r>
              </a:p>
            </p:txBody>
          </p:sp>
          <p:cxnSp>
            <p:nvCxnSpPr>
              <p:cNvPr id="71" name="Straight Arrow Connector 70">
                <a:extLst>
                  <a:ext uri="{FF2B5EF4-FFF2-40B4-BE49-F238E27FC236}">
                    <a16:creationId xmlns:a16="http://schemas.microsoft.com/office/drawing/2014/main" id="{BE6F173E-2D3A-7A35-EFD2-28A6ADE38EFB}"/>
                  </a:ext>
                </a:extLst>
              </p:cNvPr>
              <p:cNvCxnSpPr>
                <a:cxnSpLocks/>
              </p:cNvCxnSpPr>
              <p:nvPr/>
            </p:nvCxnSpPr>
            <p:spPr>
              <a:xfrm>
                <a:off x="868963" y="2742599"/>
                <a:ext cx="2772976"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9CA81E1E-DC5D-9A54-5475-4528882A5EF1}"/>
                </a:ext>
              </a:extLst>
            </p:cNvPr>
            <p:cNvGrpSpPr/>
            <p:nvPr/>
          </p:nvGrpSpPr>
          <p:grpSpPr>
            <a:xfrm>
              <a:off x="4975270" y="5015065"/>
              <a:ext cx="2764624" cy="246221"/>
              <a:chOff x="432780" y="1274111"/>
              <a:chExt cx="2966915" cy="264237"/>
            </a:xfrm>
          </p:grpSpPr>
          <p:sp>
            <p:nvSpPr>
              <p:cNvPr id="5" name="TextBox 4">
                <a:extLst>
                  <a:ext uri="{FF2B5EF4-FFF2-40B4-BE49-F238E27FC236}">
                    <a16:creationId xmlns:a16="http://schemas.microsoft.com/office/drawing/2014/main" id="{F41771C7-958A-8DEB-0311-BDB16822B621}"/>
                  </a:ext>
                </a:extLst>
              </p:cNvPr>
              <p:cNvSpPr txBox="1"/>
              <p:nvPr/>
            </p:nvSpPr>
            <p:spPr>
              <a:xfrm>
                <a:off x="559674" y="1274111"/>
                <a:ext cx="2584231" cy="264237"/>
              </a:xfrm>
              <a:prstGeom prst="rect">
                <a:avLst/>
              </a:prstGeom>
              <a:noFill/>
            </p:spPr>
            <p:txBody>
              <a:bodyPr wrap="none" rtlCol="0">
                <a:spAutoFit/>
              </a:bodyPr>
              <a:lstStyle/>
              <a:p>
                <a:r>
                  <a:rPr lang="en-US" sz="1000"/>
                  <a:t>addUserToProjectMember(projectId, user)</a:t>
                </a:r>
              </a:p>
            </p:txBody>
          </p:sp>
          <p:cxnSp>
            <p:nvCxnSpPr>
              <p:cNvPr id="6" name="Straight Arrow Connector 5">
                <a:extLst>
                  <a:ext uri="{FF2B5EF4-FFF2-40B4-BE49-F238E27FC236}">
                    <a16:creationId xmlns:a16="http://schemas.microsoft.com/office/drawing/2014/main" id="{E75E31E0-F2CF-08CC-3C64-1739A41C79C5}"/>
                  </a:ext>
                </a:extLst>
              </p:cNvPr>
              <p:cNvCxnSpPr>
                <a:cxnSpLocks/>
              </p:cNvCxnSpPr>
              <p:nvPr/>
            </p:nvCxnSpPr>
            <p:spPr>
              <a:xfrm>
                <a:off x="432780" y="1538348"/>
                <a:ext cx="29669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DB08712E-BDC5-197C-6C95-B16B81491D8F}"/>
                </a:ext>
              </a:extLst>
            </p:cNvPr>
            <p:cNvGrpSpPr/>
            <p:nvPr/>
          </p:nvGrpSpPr>
          <p:grpSpPr>
            <a:xfrm>
              <a:off x="4975270" y="5286851"/>
              <a:ext cx="2778912" cy="246221"/>
              <a:chOff x="432780" y="1274111"/>
              <a:chExt cx="2982248" cy="264237"/>
            </a:xfrm>
          </p:grpSpPr>
          <p:sp>
            <p:nvSpPr>
              <p:cNvPr id="44" name="TextBox 43">
                <a:extLst>
                  <a:ext uri="{FF2B5EF4-FFF2-40B4-BE49-F238E27FC236}">
                    <a16:creationId xmlns:a16="http://schemas.microsoft.com/office/drawing/2014/main" id="{57121312-C40C-8F4B-EBB9-9CCBAE639CAE}"/>
                  </a:ext>
                </a:extLst>
              </p:cNvPr>
              <p:cNvSpPr txBox="1"/>
              <p:nvPr/>
            </p:nvSpPr>
            <p:spPr>
              <a:xfrm>
                <a:off x="559674" y="1274111"/>
                <a:ext cx="2816470" cy="264237"/>
              </a:xfrm>
              <a:prstGeom prst="rect">
                <a:avLst/>
              </a:prstGeom>
              <a:noFill/>
            </p:spPr>
            <p:txBody>
              <a:bodyPr wrap="none" rtlCol="0">
                <a:spAutoFit/>
              </a:bodyPr>
              <a:lstStyle/>
              <a:p>
                <a:r>
                  <a:rPr lang="en-US" sz="1000"/>
                  <a:t>updateInvitation(invitationId, status=“Accept”)</a:t>
                </a:r>
              </a:p>
            </p:txBody>
          </p:sp>
          <p:cxnSp>
            <p:nvCxnSpPr>
              <p:cNvPr id="45" name="Straight Arrow Connector 44">
                <a:extLst>
                  <a:ext uri="{FF2B5EF4-FFF2-40B4-BE49-F238E27FC236}">
                    <a16:creationId xmlns:a16="http://schemas.microsoft.com/office/drawing/2014/main" id="{C7561B77-E52B-3EBE-1EA3-2B7226DF55AD}"/>
                  </a:ext>
                </a:extLst>
              </p:cNvPr>
              <p:cNvCxnSpPr>
                <a:cxnSpLocks/>
              </p:cNvCxnSpPr>
              <p:nvPr/>
            </p:nvCxnSpPr>
            <p:spPr>
              <a:xfrm>
                <a:off x="432780" y="1538348"/>
                <a:ext cx="2982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F1D6CD0D-CB95-61C8-3C24-BEA75F6694F5}"/>
                </a:ext>
              </a:extLst>
            </p:cNvPr>
            <p:cNvGrpSpPr/>
            <p:nvPr/>
          </p:nvGrpSpPr>
          <p:grpSpPr>
            <a:xfrm>
              <a:off x="4792205" y="3793444"/>
              <a:ext cx="1662881" cy="246221"/>
              <a:chOff x="5224464" y="3479392"/>
              <a:chExt cx="1662881" cy="246221"/>
            </a:xfrm>
          </p:grpSpPr>
          <p:sp>
            <p:nvSpPr>
              <p:cNvPr id="59" name="TextBox 58">
                <a:extLst>
                  <a:ext uri="{FF2B5EF4-FFF2-40B4-BE49-F238E27FC236}">
                    <a16:creationId xmlns:a16="http://schemas.microsoft.com/office/drawing/2014/main" id="{8E75BBA6-3918-BC39-556C-FA702F39BE66}"/>
                  </a:ext>
                </a:extLst>
              </p:cNvPr>
              <p:cNvSpPr txBox="1"/>
              <p:nvPr/>
            </p:nvSpPr>
            <p:spPr>
              <a:xfrm>
                <a:off x="5569355" y="3479392"/>
                <a:ext cx="1317990" cy="246221"/>
              </a:xfrm>
              <a:prstGeom prst="rect">
                <a:avLst/>
              </a:prstGeom>
              <a:noFill/>
            </p:spPr>
            <p:txBody>
              <a:bodyPr wrap="none" rtlCol="0">
                <a:spAutoFit/>
              </a:bodyPr>
              <a:lstStyle/>
              <a:p>
                <a:r>
                  <a:rPr lang="en-US" sz="1000"/>
                  <a:t>verify invitationToken</a:t>
                </a:r>
              </a:p>
            </p:txBody>
          </p:sp>
          <p:sp>
            <p:nvSpPr>
              <p:cNvPr id="60" name="Arc 59">
                <a:extLst>
                  <a:ext uri="{FF2B5EF4-FFF2-40B4-BE49-F238E27FC236}">
                    <a16:creationId xmlns:a16="http://schemas.microsoft.com/office/drawing/2014/main" id="{EBDDE3B7-EC55-30D9-A330-C25678F23E20}"/>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spTree>
    <p:extLst>
      <p:ext uri="{BB962C8B-B14F-4D97-AF65-F5344CB8AC3E}">
        <p14:creationId xmlns:p14="http://schemas.microsoft.com/office/powerpoint/2010/main" val="915353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9F415-3239-1ED6-E886-5FE8B8CE17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971DB4-A2CD-A786-5701-CB36BABE37C9}"/>
              </a:ext>
            </a:extLst>
          </p:cNvPr>
          <p:cNvSpPr>
            <a:spLocks noGrp="1"/>
          </p:cNvSpPr>
          <p:nvPr>
            <p:ph type="sldNum" sz="quarter" idx="12"/>
          </p:nvPr>
        </p:nvSpPr>
        <p:spPr/>
        <p:txBody>
          <a:bodyPr/>
          <a:lstStyle/>
          <a:p>
            <a:fld id="{9EA0BE3B-158A-4EDF-80DC-E394A0D1600F}" type="slidenum">
              <a:rPr lang="en-US" smtClean="0"/>
              <a:pPr/>
              <a:t>32</a:t>
            </a:fld>
            <a:endParaRPr lang="en-US"/>
          </a:p>
        </p:txBody>
      </p:sp>
      <p:sp>
        <p:nvSpPr>
          <p:cNvPr id="3" name="Title 2">
            <a:extLst>
              <a:ext uri="{FF2B5EF4-FFF2-40B4-BE49-F238E27FC236}">
                <a16:creationId xmlns:a16="http://schemas.microsoft.com/office/drawing/2014/main" id="{A8F5B305-8736-2B01-BD7E-C28DEFA9D9EE}"/>
              </a:ext>
            </a:extLst>
          </p:cNvPr>
          <p:cNvSpPr>
            <a:spLocks noGrp="1"/>
          </p:cNvSpPr>
          <p:nvPr>
            <p:ph type="title"/>
          </p:nvPr>
        </p:nvSpPr>
        <p:spPr/>
        <p:txBody>
          <a:bodyPr/>
          <a:lstStyle/>
          <a:p>
            <a:r>
              <a:rPr lang="en-US"/>
              <a:t>Thay đổi vai trò</a:t>
            </a:r>
          </a:p>
        </p:txBody>
      </p:sp>
      <p:grpSp>
        <p:nvGrpSpPr>
          <p:cNvPr id="108" name="Group 107">
            <a:extLst>
              <a:ext uri="{FF2B5EF4-FFF2-40B4-BE49-F238E27FC236}">
                <a16:creationId xmlns:a16="http://schemas.microsoft.com/office/drawing/2014/main" id="{162D9A96-647A-C03D-53A0-8B73A53CFD73}"/>
              </a:ext>
            </a:extLst>
          </p:cNvPr>
          <p:cNvGrpSpPr/>
          <p:nvPr/>
        </p:nvGrpSpPr>
        <p:grpSpPr>
          <a:xfrm>
            <a:off x="249232" y="1002997"/>
            <a:ext cx="8175707" cy="5096483"/>
            <a:chOff x="249232" y="1002997"/>
            <a:chExt cx="8175707" cy="5096483"/>
          </a:xfrm>
        </p:grpSpPr>
        <p:sp>
          <p:nvSpPr>
            <p:cNvPr id="15" name="Rectangle 14">
              <a:extLst>
                <a:ext uri="{FF2B5EF4-FFF2-40B4-BE49-F238E27FC236}">
                  <a16:creationId xmlns:a16="http://schemas.microsoft.com/office/drawing/2014/main" id="{8F0C444A-FD84-746F-66A8-69B0267F58D4}"/>
                </a:ext>
              </a:extLst>
            </p:cNvPr>
            <p:cNvSpPr/>
            <p:nvPr/>
          </p:nvSpPr>
          <p:spPr>
            <a:xfrm>
              <a:off x="249232" y="1002997"/>
              <a:ext cx="8175707" cy="509648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C6322309-8665-FECC-3D05-C62D0F319BF8}"/>
                </a:ext>
              </a:extLst>
            </p:cNvPr>
            <p:cNvCxnSpPr>
              <a:cxnSpLocks/>
              <a:stCxn id="19" idx="2"/>
            </p:cNvCxnSpPr>
            <p:nvPr/>
          </p:nvCxnSpPr>
          <p:spPr>
            <a:xfrm>
              <a:off x="2362698" y="2175809"/>
              <a:ext cx="0" cy="384399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06F644F-0478-10FA-95A3-ECD24DAD460A}"/>
                </a:ext>
              </a:extLst>
            </p:cNvPr>
            <p:cNvCxnSpPr>
              <a:cxnSpLocks/>
            </p:cNvCxnSpPr>
            <p:nvPr/>
          </p:nvCxnSpPr>
          <p:spPr>
            <a:xfrm>
              <a:off x="5176512" y="2178703"/>
              <a:ext cx="0" cy="384109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431F9B3-440B-1535-75B1-EC6CFAA69E70}"/>
                </a:ext>
              </a:extLst>
            </p:cNvPr>
            <p:cNvCxnSpPr>
              <a:cxnSpLocks/>
            </p:cNvCxnSpPr>
            <p:nvPr/>
          </p:nvCxnSpPr>
          <p:spPr>
            <a:xfrm>
              <a:off x="7509410" y="2175810"/>
              <a:ext cx="0" cy="383129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944036E-3E73-EA00-E5C0-3B09673ADC34}"/>
                </a:ext>
              </a:extLst>
            </p:cNvPr>
            <p:cNvCxnSpPr>
              <a:cxnSpLocks/>
            </p:cNvCxnSpPr>
            <p:nvPr/>
          </p:nvCxnSpPr>
          <p:spPr>
            <a:xfrm>
              <a:off x="870537" y="2175810"/>
              <a:ext cx="0" cy="381859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FD68EE2-6E63-39CD-BB96-AB1F7CF4FBEF}"/>
                </a:ext>
              </a:extLst>
            </p:cNvPr>
            <p:cNvSpPr/>
            <p:nvPr/>
          </p:nvSpPr>
          <p:spPr>
            <a:xfrm>
              <a:off x="1776352"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E012FB74-8376-228C-6F68-E40E80B7BED9}"/>
                </a:ext>
              </a:extLst>
            </p:cNvPr>
            <p:cNvSpPr/>
            <p:nvPr/>
          </p:nvSpPr>
          <p:spPr>
            <a:xfrm>
              <a:off x="4590167" y="165385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B550F6B1-278A-8696-3D82-FF156BB7F5EC}"/>
                </a:ext>
              </a:extLst>
            </p:cNvPr>
            <p:cNvSpPr/>
            <p:nvPr/>
          </p:nvSpPr>
          <p:spPr>
            <a:xfrm>
              <a:off x="6923064"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444E30D-4110-F0DC-59F2-0507E29066A3}"/>
                </a:ext>
              </a:extLst>
            </p:cNvPr>
            <p:cNvGrpSpPr/>
            <p:nvPr/>
          </p:nvGrpSpPr>
          <p:grpSpPr>
            <a:xfrm>
              <a:off x="553635" y="1412569"/>
              <a:ext cx="616568" cy="808020"/>
              <a:chOff x="76892" y="924202"/>
              <a:chExt cx="661683" cy="867143"/>
            </a:xfrm>
          </p:grpSpPr>
          <p:grpSp>
            <p:nvGrpSpPr>
              <p:cNvPr id="73" name="Group 72">
                <a:extLst>
                  <a:ext uri="{FF2B5EF4-FFF2-40B4-BE49-F238E27FC236}">
                    <a16:creationId xmlns:a16="http://schemas.microsoft.com/office/drawing/2014/main" id="{D9182F25-C3F3-5C90-EDBF-3BBD957B3F0A}"/>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473FE97F-C99C-1B31-F02E-9B6D3C31A493}"/>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15152F9C-013D-A61F-B48A-99637790D92C}"/>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C3C0B3B-14C9-493C-A9B7-A5DB4B53F5A5}"/>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4FA62F3-C97C-CAC8-D6A7-B5B9D1E136E7}"/>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9ACFC53-4347-C991-F33D-D35F360FF364}"/>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3C45DDF3-1107-B438-CF2C-7006F4172B61}"/>
                  </a:ext>
                </a:extLst>
              </p:cNvPr>
              <p:cNvSpPr txBox="1"/>
              <p:nvPr/>
            </p:nvSpPr>
            <p:spPr>
              <a:xfrm>
                <a:off x="76892" y="1527108"/>
                <a:ext cx="661683" cy="264237"/>
              </a:xfrm>
              <a:prstGeom prst="rect">
                <a:avLst/>
              </a:prstGeom>
              <a:noFill/>
            </p:spPr>
            <p:txBody>
              <a:bodyPr wrap="square" rtlCol="0">
                <a:spAutoFit/>
              </a:bodyPr>
              <a:lstStyle/>
              <a:p>
                <a:pPr algn="ctr"/>
                <a:r>
                  <a:rPr lang="en-US" sz="1000" b="1"/>
                  <a:t>OWNER</a:t>
                </a:r>
                <a:endParaRPr lang="en-US" sz="1000"/>
              </a:p>
            </p:txBody>
          </p:sp>
        </p:grpSp>
        <p:sp>
          <p:nvSpPr>
            <p:cNvPr id="25" name="Rectangle 24">
              <a:extLst>
                <a:ext uri="{FF2B5EF4-FFF2-40B4-BE49-F238E27FC236}">
                  <a16:creationId xmlns:a16="http://schemas.microsoft.com/office/drawing/2014/main" id="{7BE7DC99-86C6-3986-0F02-27A6645C4DE7}"/>
                </a:ext>
              </a:extLst>
            </p:cNvPr>
            <p:cNvSpPr/>
            <p:nvPr/>
          </p:nvSpPr>
          <p:spPr>
            <a:xfrm>
              <a:off x="2300568" y="2446755"/>
              <a:ext cx="124257" cy="3401958"/>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39E966A7-4CA8-A858-588E-86E9085006BC}"/>
                </a:ext>
              </a:extLst>
            </p:cNvPr>
            <p:cNvGrpSpPr/>
            <p:nvPr/>
          </p:nvGrpSpPr>
          <p:grpSpPr>
            <a:xfrm>
              <a:off x="875729" y="2220589"/>
              <a:ext cx="1421598" cy="246221"/>
              <a:chOff x="319647" y="1666816"/>
              <a:chExt cx="1525618" cy="264237"/>
            </a:xfrm>
          </p:grpSpPr>
          <p:sp>
            <p:nvSpPr>
              <p:cNvPr id="70" name="TextBox 69">
                <a:extLst>
                  <a:ext uri="{FF2B5EF4-FFF2-40B4-BE49-F238E27FC236}">
                    <a16:creationId xmlns:a16="http://schemas.microsoft.com/office/drawing/2014/main" id="{D5BFBD43-2B37-84A3-9481-3C0743E58797}"/>
                  </a:ext>
                </a:extLst>
              </p:cNvPr>
              <p:cNvSpPr txBox="1"/>
              <p:nvPr/>
            </p:nvSpPr>
            <p:spPr>
              <a:xfrm>
                <a:off x="549110" y="1666816"/>
                <a:ext cx="1225195" cy="264237"/>
              </a:xfrm>
              <a:prstGeom prst="rect">
                <a:avLst/>
              </a:prstGeom>
              <a:noFill/>
            </p:spPr>
            <p:txBody>
              <a:bodyPr wrap="none" rtlCol="0">
                <a:spAutoFit/>
              </a:bodyPr>
              <a:lstStyle/>
              <a:p>
                <a:r>
                  <a:rPr lang="en-US" sz="1000"/>
                  <a:t>Open Members UI</a:t>
                </a:r>
              </a:p>
            </p:txBody>
          </p:sp>
          <p:cxnSp>
            <p:nvCxnSpPr>
              <p:cNvPr id="72" name="Straight Arrow Connector 71">
                <a:extLst>
                  <a:ext uri="{FF2B5EF4-FFF2-40B4-BE49-F238E27FC236}">
                    <a16:creationId xmlns:a16="http://schemas.microsoft.com/office/drawing/2014/main" id="{A9FB7755-F14A-8FB7-7657-F1B0BA64F13D}"/>
                  </a:ext>
                </a:extLst>
              </p:cNvPr>
              <p:cNvCxnSpPr>
                <a:cxnSpLocks/>
              </p:cNvCxnSpPr>
              <p:nvPr/>
            </p:nvCxnSpPr>
            <p:spPr>
              <a:xfrm>
                <a:off x="319647" y="1922259"/>
                <a:ext cx="15256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D20E6773-5A9C-66B6-006A-247E8F5A0DE6}"/>
                </a:ext>
              </a:extLst>
            </p:cNvPr>
            <p:cNvSpPr/>
            <p:nvPr/>
          </p:nvSpPr>
          <p:spPr>
            <a:xfrm>
              <a:off x="5112658" y="3818936"/>
              <a:ext cx="124257" cy="1877014"/>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5DC349F3-F90A-4D14-DDF1-0EFFFEA38C78}"/>
                </a:ext>
              </a:extLst>
            </p:cNvPr>
            <p:cNvGrpSpPr/>
            <p:nvPr/>
          </p:nvGrpSpPr>
          <p:grpSpPr>
            <a:xfrm>
              <a:off x="2387812" y="3418826"/>
              <a:ext cx="2751074" cy="418412"/>
              <a:chOff x="257571" y="1666816"/>
              <a:chExt cx="2952375" cy="449027"/>
            </a:xfrm>
          </p:grpSpPr>
          <p:sp>
            <p:nvSpPr>
              <p:cNvPr id="66" name="TextBox 65">
                <a:extLst>
                  <a:ext uri="{FF2B5EF4-FFF2-40B4-BE49-F238E27FC236}">
                    <a16:creationId xmlns:a16="http://schemas.microsoft.com/office/drawing/2014/main" id="{04E18F3A-4D82-1C7D-3E0F-B6F8B3A403F0}"/>
                  </a:ext>
                </a:extLst>
              </p:cNvPr>
              <p:cNvSpPr txBox="1"/>
              <p:nvPr/>
            </p:nvSpPr>
            <p:spPr>
              <a:xfrm>
                <a:off x="257571" y="1666816"/>
                <a:ext cx="2952375" cy="429386"/>
              </a:xfrm>
              <a:prstGeom prst="rect">
                <a:avLst/>
              </a:prstGeom>
              <a:noFill/>
            </p:spPr>
            <p:txBody>
              <a:bodyPr wrap="none" rtlCol="0">
                <a:spAutoFit/>
              </a:bodyPr>
              <a:lstStyle/>
              <a:p>
                <a:r>
                  <a:rPr lang="en-US" sz="1000"/>
                  <a:t>PATCH /api/projects/:projectId/members/:userId</a:t>
                </a:r>
              </a:p>
              <a:p>
                <a:r>
                  <a:rPr lang="en-US" sz="1000"/>
                  <a:t>{appToken, role}</a:t>
                </a:r>
              </a:p>
            </p:txBody>
          </p:sp>
          <p:cxnSp>
            <p:nvCxnSpPr>
              <p:cNvPr id="68" name="Straight Arrow Connector 67">
                <a:extLst>
                  <a:ext uri="{FF2B5EF4-FFF2-40B4-BE49-F238E27FC236}">
                    <a16:creationId xmlns:a16="http://schemas.microsoft.com/office/drawing/2014/main" id="{BB06E8EE-0AB3-20DA-A577-419E090F91FA}"/>
                  </a:ext>
                </a:extLst>
              </p:cNvPr>
              <p:cNvCxnSpPr>
                <a:cxnSpLocks/>
              </p:cNvCxnSpPr>
              <p:nvPr/>
            </p:nvCxnSpPr>
            <p:spPr>
              <a:xfrm>
                <a:off x="299669" y="2115843"/>
                <a:ext cx="28549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E1CDF2EB-5A77-2016-D5AC-808F4124ED5D}"/>
                </a:ext>
              </a:extLst>
            </p:cNvPr>
            <p:cNvGrpSpPr/>
            <p:nvPr/>
          </p:nvGrpSpPr>
          <p:grpSpPr>
            <a:xfrm>
              <a:off x="2421585" y="5423193"/>
              <a:ext cx="2672131" cy="246221"/>
              <a:chOff x="868963" y="2498990"/>
              <a:chExt cx="2867653" cy="264237"/>
            </a:xfrm>
          </p:grpSpPr>
          <p:sp>
            <p:nvSpPr>
              <p:cNvPr id="60" name="TextBox 59">
                <a:extLst>
                  <a:ext uri="{FF2B5EF4-FFF2-40B4-BE49-F238E27FC236}">
                    <a16:creationId xmlns:a16="http://schemas.microsoft.com/office/drawing/2014/main" id="{D52C994C-FB5A-8292-08CE-0A22001AFE6B}"/>
                  </a:ext>
                </a:extLst>
              </p:cNvPr>
              <p:cNvSpPr txBox="1"/>
              <p:nvPr/>
            </p:nvSpPr>
            <p:spPr>
              <a:xfrm>
                <a:off x="1720427" y="2498990"/>
                <a:ext cx="1342175" cy="264237"/>
              </a:xfrm>
              <a:prstGeom prst="rect">
                <a:avLst/>
              </a:prstGeom>
              <a:noFill/>
            </p:spPr>
            <p:txBody>
              <a:bodyPr wrap="none" rtlCol="0">
                <a:spAutoFit/>
              </a:bodyPr>
              <a:lstStyle/>
              <a:p>
                <a:r>
                  <a:rPr lang="en-US" sz="1000"/>
                  <a:t>200, updatedProject</a:t>
                </a:r>
              </a:p>
            </p:txBody>
          </p:sp>
          <p:cxnSp>
            <p:nvCxnSpPr>
              <p:cNvPr id="61" name="Straight Arrow Connector 60">
                <a:extLst>
                  <a:ext uri="{FF2B5EF4-FFF2-40B4-BE49-F238E27FC236}">
                    <a16:creationId xmlns:a16="http://schemas.microsoft.com/office/drawing/2014/main" id="{5B68FE8D-453E-3E0F-297E-6960184D248F}"/>
                  </a:ext>
                </a:extLst>
              </p:cNvPr>
              <p:cNvCxnSpPr>
                <a:cxnSpLocks/>
              </p:cNvCxnSpPr>
              <p:nvPr/>
            </p:nvCxnSpPr>
            <p:spPr>
              <a:xfrm>
                <a:off x="868963" y="2742599"/>
                <a:ext cx="286765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6E940CB-E8C2-C829-5F88-64F58D58E49E}"/>
                </a:ext>
              </a:extLst>
            </p:cNvPr>
            <p:cNvGrpSpPr/>
            <p:nvPr/>
          </p:nvGrpSpPr>
          <p:grpSpPr>
            <a:xfrm>
              <a:off x="5063719" y="3837309"/>
              <a:ext cx="1364722" cy="246221"/>
              <a:chOff x="5224464" y="3479392"/>
              <a:chExt cx="1364722" cy="246221"/>
            </a:xfrm>
          </p:grpSpPr>
          <p:sp>
            <p:nvSpPr>
              <p:cNvPr id="37" name="TextBox 36">
                <a:extLst>
                  <a:ext uri="{FF2B5EF4-FFF2-40B4-BE49-F238E27FC236}">
                    <a16:creationId xmlns:a16="http://schemas.microsoft.com/office/drawing/2014/main" id="{4DF4B2EF-3E78-E61F-9A09-34400EE300FD}"/>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BE01AFD0-E80D-0733-0FFB-0F38B8E5867F}"/>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23924984-258C-9DAE-DE06-1461FC2D9B96}"/>
                </a:ext>
              </a:extLst>
            </p:cNvPr>
            <p:cNvGrpSpPr/>
            <p:nvPr/>
          </p:nvGrpSpPr>
          <p:grpSpPr>
            <a:xfrm>
              <a:off x="894779" y="2474828"/>
              <a:ext cx="1415478" cy="246221"/>
              <a:chOff x="1504458" y="-1503191"/>
              <a:chExt cx="1519050" cy="264237"/>
            </a:xfrm>
          </p:grpSpPr>
          <p:sp>
            <p:nvSpPr>
              <p:cNvPr id="58" name="TextBox 57">
                <a:extLst>
                  <a:ext uri="{FF2B5EF4-FFF2-40B4-BE49-F238E27FC236}">
                    <a16:creationId xmlns:a16="http://schemas.microsoft.com/office/drawing/2014/main" id="{FAD1D80E-F0C8-BDB5-B29A-B6C184728231}"/>
                  </a:ext>
                </a:extLst>
              </p:cNvPr>
              <p:cNvSpPr txBox="1"/>
              <p:nvPr/>
            </p:nvSpPr>
            <p:spPr>
              <a:xfrm>
                <a:off x="1887292" y="-1503191"/>
                <a:ext cx="889737" cy="264237"/>
              </a:xfrm>
              <a:prstGeom prst="rect">
                <a:avLst/>
              </a:prstGeom>
              <a:noFill/>
            </p:spPr>
            <p:txBody>
              <a:bodyPr wrap="none" rtlCol="0">
                <a:spAutoFit/>
              </a:bodyPr>
              <a:lstStyle/>
              <a:p>
                <a:r>
                  <a:rPr lang="en-US" sz="1000"/>
                  <a:t>Members UI</a:t>
                </a:r>
              </a:p>
            </p:txBody>
          </p:sp>
          <p:cxnSp>
            <p:nvCxnSpPr>
              <p:cNvPr id="59" name="Straight Arrow Connector 58">
                <a:extLst>
                  <a:ext uri="{FF2B5EF4-FFF2-40B4-BE49-F238E27FC236}">
                    <a16:creationId xmlns:a16="http://schemas.microsoft.com/office/drawing/2014/main" id="{9DA1F913-5C05-8787-0CFF-CCE8A1A011B8}"/>
                  </a:ext>
                </a:extLst>
              </p:cNvPr>
              <p:cNvCxnSpPr>
                <a:cxnSpLocks/>
              </p:cNvCxnSpPr>
              <p:nvPr/>
            </p:nvCxnSpPr>
            <p:spPr>
              <a:xfrm>
                <a:off x="1504458" y="-1259581"/>
                <a:ext cx="1519050"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000E1F77-B065-E04A-7EDF-91CF306C33A3}"/>
                </a:ext>
              </a:extLst>
            </p:cNvPr>
            <p:cNvGrpSpPr/>
            <p:nvPr/>
          </p:nvGrpSpPr>
          <p:grpSpPr>
            <a:xfrm>
              <a:off x="860085" y="2743340"/>
              <a:ext cx="1508746" cy="246221"/>
              <a:chOff x="302859" y="1666816"/>
              <a:chExt cx="1619143" cy="264237"/>
            </a:xfrm>
          </p:grpSpPr>
          <p:sp>
            <p:nvSpPr>
              <p:cNvPr id="55" name="TextBox 54">
                <a:extLst>
                  <a:ext uri="{FF2B5EF4-FFF2-40B4-BE49-F238E27FC236}">
                    <a16:creationId xmlns:a16="http://schemas.microsoft.com/office/drawing/2014/main" id="{B7F7A12F-5C11-AE80-D6F1-94CC335DB51C}"/>
                  </a:ext>
                </a:extLst>
              </p:cNvPr>
              <p:cNvSpPr txBox="1"/>
              <p:nvPr/>
            </p:nvSpPr>
            <p:spPr>
              <a:xfrm>
                <a:off x="302859" y="1666816"/>
                <a:ext cx="1619143" cy="264237"/>
              </a:xfrm>
              <a:prstGeom prst="rect">
                <a:avLst/>
              </a:prstGeom>
              <a:noFill/>
            </p:spPr>
            <p:txBody>
              <a:bodyPr wrap="none" rtlCol="0">
                <a:spAutoFit/>
              </a:bodyPr>
              <a:lstStyle/>
              <a:p>
                <a:r>
                  <a:rPr lang="en-US" sz="1000"/>
                  <a:t>Click “Action” of Member</a:t>
                </a:r>
              </a:p>
            </p:txBody>
          </p:sp>
          <p:cxnSp>
            <p:nvCxnSpPr>
              <p:cNvPr id="57" name="Straight Arrow Connector 56">
                <a:extLst>
                  <a:ext uri="{FF2B5EF4-FFF2-40B4-BE49-F238E27FC236}">
                    <a16:creationId xmlns:a16="http://schemas.microsoft.com/office/drawing/2014/main" id="{8EED900F-F07E-544B-CC72-81D26D58C3CE}"/>
                  </a:ext>
                </a:extLst>
              </p:cNvPr>
              <p:cNvCxnSpPr>
                <a:cxnSpLocks/>
              </p:cNvCxnSpPr>
              <p:nvPr/>
            </p:nvCxnSpPr>
            <p:spPr>
              <a:xfrm>
                <a:off x="324758" y="1922259"/>
                <a:ext cx="1520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4098CE94-6759-DD94-3367-3423A749ED7E}"/>
                </a:ext>
              </a:extLst>
            </p:cNvPr>
            <p:cNvGrpSpPr/>
            <p:nvPr/>
          </p:nvGrpSpPr>
          <p:grpSpPr>
            <a:xfrm>
              <a:off x="887634" y="5602493"/>
              <a:ext cx="1416570" cy="246221"/>
              <a:chOff x="1496791" y="-1503191"/>
              <a:chExt cx="1520221" cy="264237"/>
            </a:xfrm>
          </p:grpSpPr>
          <p:sp>
            <p:nvSpPr>
              <p:cNvPr id="53" name="TextBox 52">
                <a:extLst>
                  <a:ext uri="{FF2B5EF4-FFF2-40B4-BE49-F238E27FC236}">
                    <a16:creationId xmlns:a16="http://schemas.microsoft.com/office/drawing/2014/main" id="{7C01454E-83AD-D74A-BC12-7091A7062EAE}"/>
                  </a:ext>
                </a:extLst>
              </p:cNvPr>
              <p:cNvSpPr txBox="1"/>
              <p:nvPr/>
            </p:nvSpPr>
            <p:spPr>
              <a:xfrm>
                <a:off x="1702701"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7141C618-73B5-91DA-1D99-4EBAEAB5A8B6}"/>
                  </a:ext>
                </a:extLst>
              </p:cNvPr>
              <p:cNvCxnSpPr>
                <a:cxnSpLocks/>
              </p:cNvCxnSpPr>
              <p:nvPr/>
            </p:nvCxnSpPr>
            <p:spPr>
              <a:xfrm>
                <a:off x="1496791" y="-1259581"/>
                <a:ext cx="1520221"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D0105F0-DA9E-FAAD-E133-5829B79BCEDA}"/>
                </a:ext>
              </a:extLst>
            </p:cNvPr>
            <p:cNvGrpSpPr/>
            <p:nvPr/>
          </p:nvGrpSpPr>
          <p:grpSpPr>
            <a:xfrm>
              <a:off x="249232" y="1009286"/>
              <a:ext cx="2481593" cy="295234"/>
              <a:chOff x="390525" y="886128"/>
              <a:chExt cx="2481593" cy="295234"/>
            </a:xfrm>
          </p:grpSpPr>
          <p:sp>
            <p:nvSpPr>
              <p:cNvPr id="51" name="Rectangle: Single Corner Snipped 50">
                <a:extLst>
                  <a:ext uri="{FF2B5EF4-FFF2-40B4-BE49-F238E27FC236}">
                    <a16:creationId xmlns:a16="http://schemas.microsoft.com/office/drawing/2014/main" id="{8BEF8ACD-25F9-4F09-4D16-99016839C640}"/>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CE8060C8-7E34-DD51-B724-4484ABE21622}"/>
                  </a:ext>
                </a:extLst>
              </p:cNvPr>
              <p:cNvSpPr txBox="1"/>
              <p:nvPr/>
            </p:nvSpPr>
            <p:spPr>
              <a:xfrm>
                <a:off x="929036" y="904363"/>
                <a:ext cx="1178079" cy="276999"/>
              </a:xfrm>
              <a:prstGeom prst="rect">
                <a:avLst/>
              </a:prstGeom>
              <a:noFill/>
            </p:spPr>
            <p:txBody>
              <a:bodyPr wrap="none" rtlCol="0">
                <a:spAutoFit/>
              </a:bodyPr>
              <a:lstStyle/>
              <a:p>
                <a:r>
                  <a:rPr lang="en-US" sz="1200" b="1"/>
                  <a:t>Thay đổi vai trò</a:t>
                </a:r>
              </a:p>
            </p:txBody>
          </p:sp>
        </p:grpSp>
        <p:sp>
          <p:nvSpPr>
            <p:cNvPr id="84" name="TextBox 83">
              <a:extLst>
                <a:ext uri="{FF2B5EF4-FFF2-40B4-BE49-F238E27FC236}">
                  <a16:creationId xmlns:a16="http://schemas.microsoft.com/office/drawing/2014/main" id="{D05DD678-2DC0-7CA6-EA33-E77DCFA877D4}"/>
                </a:ext>
              </a:extLst>
            </p:cNvPr>
            <p:cNvSpPr txBox="1"/>
            <p:nvPr/>
          </p:nvSpPr>
          <p:spPr>
            <a:xfrm>
              <a:off x="5408610" y="4677544"/>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1F2A9BAD-780C-67F6-BA57-6E8E0A335A4A}"/>
                </a:ext>
              </a:extLst>
            </p:cNvPr>
            <p:cNvSpPr/>
            <p:nvPr/>
          </p:nvSpPr>
          <p:spPr>
            <a:xfrm>
              <a:off x="5063719" y="4690953"/>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B587EE76-78D8-24C5-44FC-86ED9DF19B8F}"/>
                </a:ext>
              </a:extLst>
            </p:cNvPr>
            <p:cNvGrpSpPr/>
            <p:nvPr/>
          </p:nvGrpSpPr>
          <p:grpSpPr>
            <a:xfrm>
              <a:off x="5246784" y="4953293"/>
              <a:ext cx="2195651" cy="246221"/>
              <a:chOff x="432780" y="1274111"/>
              <a:chExt cx="2356310" cy="264237"/>
            </a:xfrm>
          </p:grpSpPr>
          <p:sp>
            <p:nvSpPr>
              <p:cNvPr id="89" name="TextBox 88">
                <a:extLst>
                  <a:ext uri="{FF2B5EF4-FFF2-40B4-BE49-F238E27FC236}">
                    <a16:creationId xmlns:a16="http://schemas.microsoft.com/office/drawing/2014/main" id="{39CDEFE2-99E4-FB0A-A852-4B5BA7E38255}"/>
                  </a:ext>
                </a:extLst>
              </p:cNvPr>
              <p:cNvSpPr txBox="1"/>
              <p:nvPr/>
            </p:nvSpPr>
            <p:spPr>
              <a:xfrm>
                <a:off x="571762" y="1274111"/>
                <a:ext cx="2195444" cy="264237"/>
              </a:xfrm>
              <a:prstGeom prst="rect">
                <a:avLst/>
              </a:prstGeom>
              <a:noFill/>
            </p:spPr>
            <p:txBody>
              <a:bodyPr wrap="none" rtlCol="0">
                <a:spAutoFit/>
              </a:bodyPr>
              <a:lstStyle/>
              <a:p>
                <a:r>
                  <a:rPr lang="en-US" sz="1000"/>
                  <a:t>updateProjectMember(userId, role)</a:t>
                </a:r>
              </a:p>
            </p:txBody>
          </p:sp>
          <p:cxnSp>
            <p:nvCxnSpPr>
              <p:cNvPr id="90" name="Straight Arrow Connector 89">
                <a:extLst>
                  <a:ext uri="{FF2B5EF4-FFF2-40B4-BE49-F238E27FC236}">
                    <a16:creationId xmlns:a16="http://schemas.microsoft.com/office/drawing/2014/main" id="{9658CC80-1C85-C165-76E8-C4ABCD109E59}"/>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2464B2BE-F16C-B426-A805-8836EE449A30}"/>
                </a:ext>
              </a:extLst>
            </p:cNvPr>
            <p:cNvGrpSpPr/>
            <p:nvPr/>
          </p:nvGrpSpPr>
          <p:grpSpPr>
            <a:xfrm>
              <a:off x="5244047" y="5197783"/>
              <a:ext cx="2198388" cy="246221"/>
              <a:chOff x="1505858" y="2498990"/>
              <a:chExt cx="2359245" cy="264237"/>
            </a:xfrm>
          </p:grpSpPr>
          <p:sp>
            <p:nvSpPr>
              <p:cNvPr id="94" name="TextBox 93">
                <a:extLst>
                  <a:ext uri="{FF2B5EF4-FFF2-40B4-BE49-F238E27FC236}">
                    <a16:creationId xmlns:a16="http://schemas.microsoft.com/office/drawing/2014/main" id="{91DD2163-1EA8-575B-591D-D247CDC8F749}"/>
                  </a:ext>
                </a:extLst>
              </p:cNvPr>
              <p:cNvSpPr txBox="1"/>
              <p:nvPr/>
            </p:nvSpPr>
            <p:spPr>
              <a:xfrm>
                <a:off x="2225064" y="2498990"/>
                <a:ext cx="1065206" cy="264237"/>
              </a:xfrm>
              <a:prstGeom prst="rect">
                <a:avLst/>
              </a:prstGeom>
              <a:noFill/>
            </p:spPr>
            <p:txBody>
              <a:bodyPr wrap="none" rtlCol="0">
                <a:spAutoFit/>
              </a:bodyPr>
              <a:lstStyle/>
              <a:p>
                <a:r>
                  <a:rPr lang="en-US" sz="1000"/>
                  <a:t>updatedProject</a:t>
                </a:r>
              </a:p>
            </p:txBody>
          </p:sp>
          <p:cxnSp>
            <p:nvCxnSpPr>
              <p:cNvPr id="95" name="Straight Arrow Connector 94">
                <a:extLst>
                  <a:ext uri="{FF2B5EF4-FFF2-40B4-BE49-F238E27FC236}">
                    <a16:creationId xmlns:a16="http://schemas.microsoft.com/office/drawing/2014/main" id="{E9733A01-091C-2B04-641A-14E061A6DCDF}"/>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888CAF81-95CB-5918-6076-CB2696C3CDD9}"/>
                </a:ext>
              </a:extLst>
            </p:cNvPr>
            <p:cNvGrpSpPr/>
            <p:nvPr/>
          </p:nvGrpSpPr>
          <p:grpSpPr>
            <a:xfrm>
              <a:off x="5246784" y="4068439"/>
              <a:ext cx="2195650" cy="246221"/>
              <a:chOff x="432780" y="1274111"/>
              <a:chExt cx="2356310" cy="264237"/>
            </a:xfrm>
          </p:grpSpPr>
          <p:sp>
            <p:nvSpPr>
              <p:cNvPr id="21" name="TextBox 20">
                <a:extLst>
                  <a:ext uri="{FF2B5EF4-FFF2-40B4-BE49-F238E27FC236}">
                    <a16:creationId xmlns:a16="http://schemas.microsoft.com/office/drawing/2014/main" id="{3E702172-EC01-8721-F2D5-F746FA8A46CB}"/>
                  </a:ext>
                </a:extLst>
              </p:cNvPr>
              <p:cNvSpPr txBox="1"/>
              <p:nvPr/>
            </p:nvSpPr>
            <p:spPr>
              <a:xfrm>
                <a:off x="571762" y="1274111"/>
                <a:ext cx="1691396" cy="264237"/>
              </a:xfrm>
              <a:prstGeom prst="rect">
                <a:avLst/>
              </a:prstGeom>
              <a:noFill/>
            </p:spPr>
            <p:txBody>
              <a:bodyPr wrap="none" rtlCol="0">
                <a:spAutoFit/>
              </a:bodyPr>
              <a:lstStyle/>
              <a:p>
                <a:r>
                  <a:rPr lang="en-US" sz="1000"/>
                  <a:t>findProjectById(projectId)</a:t>
                </a:r>
              </a:p>
            </p:txBody>
          </p:sp>
          <p:cxnSp>
            <p:nvCxnSpPr>
              <p:cNvPr id="23" name="Straight Arrow Connector 22">
                <a:extLst>
                  <a:ext uri="{FF2B5EF4-FFF2-40B4-BE49-F238E27FC236}">
                    <a16:creationId xmlns:a16="http://schemas.microsoft.com/office/drawing/2014/main" id="{7841B5C8-0C78-F63A-4A97-9A1124247DE7}"/>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E6DED0F-E5D7-ABB1-504F-95F917C680B9}"/>
                </a:ext>
              </a:extLst>
            </p:cNvPr>
            <p:cNvSpPr/>
            <p:nvPr/>
          </p:nvSpPr>
          <p:spPr>
            <a:xfrm>
              <a:off x="7447280" y="430841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A77F7364-3E34-011F-DC87-C40320703A48}"/>
                </a:ext>
              </a:extLst>
            </p:cNvPr>
            <p:cNvGrpSpPr/>
            <p:nvPr/>
          </p:nvGrpSpPr>
          <p:grpSpPr>
            <a:xfrm>
              <a:off x="5244047" y="4312929"/>
              <a:ext cx="2198388" cy="246221"/>
              <a:chOff x="1505858" y="2498990"/>
              <a:chExt cx="2359245" cy="264237"/>
            </a:xfrm>
          </p:grpSpPr>
          <p:sp>
            <p:nvSpPr>
              <p:cNvPr id="34" name="TextBox 33">
                <a:extLst>
                  <a:ext uri="{FF2B5EF4-FFF2-40B4-BE49-F238E27FC236}">
                    <a16:creationId xmlns:a16="http://schemas.microsoft.com/office/drawing/2014/main" id="{2432A58E-6796-F370-9B9A-E425B42B978C}"/>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1A8199FC-17D5-77C4-22A6-211DBD986258}"/>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7803F683-87E6-6498-600C-DB4E745A350E}"/>
                </a:ext>
              </a:extLst>
            </p:cNvPr>
            <p:cNvGrpSpPr/>
            <p:nvPr/>
          </p:nvGrpSpPr>
          <p:grpSpPr>
            <a:xfrm>
              <a:off x="894779" y="2989561"/>
              <a:ext cx="1393031" cy="246221"/>
              <a:chOff x="1504458" y="-1503191"/>
              <a:chExt cx="1494961" cy="264237"/>
            </a:xfrm>
          </p:grpSpPr>
          <p:sp>
            <p:nvSpPr>
              <p:cNvPr id="12" name="TextBox 11">
                <a:extLst>
                  <a:ext uri="{FF2B5EF4-FFF2-40B4-BE49-F238E27FC236}">
                    <a16:creationId xmlns:a16="http://schemas.microsoft.com/office/drawing/2014/main" id="{2370D183-2633-5FAA-1BEF-B1B13BBC2A99}"/>
                  </a:ext>
                </a:extLst>
              </p:cNvPr>
              <p:cNvSpPr txBox="1"/>
              <p:nvPr/>
            </p:nvSpPr>
            <p:spPr>
              <a:xfrm>
                <a:off x="1887292" y="-1503191"/>
                <a:ext cx="845010" cy="264237"/>
              </a:xfrm>
              <a:prstGeom prst="rect">
                <a:avLst/>
              </a:prstGeom>
              <a:noFill/>
            </p:spPr>
            <p:txBody>
              <a:bodyPr wrap="none" rtlCol="0">
                <a:spAutoFit/>
              </a:bodyPr>
              <a:lstStyle/>
              <a:p>
                <a:r>
                  <a:rPr lang="en-US" sz="1000"/>
                  <a:t>Toggle Role</a:t>
                </a:r>
              </a:p>
            </p:txBody>
          </p:sp>
          <p:cxnSp>
            <p:nvCxnSpPr>
              <p:cNvPr id="13" name="Straight Arrow Connector 12">
                <a:extLst>
                  <a:ext uri="{FF2B5EF4-FFF2-40B4-BE49-F238E27FC236}">
                    <a16:creationId xmlns:a16="http://schemas.microsoft.com/office/drawing/2014/main" id="{96807AAC-7B31-F201-B668-741A464A9AE5}"/>
                  </a:ext>
                </a:extLst>
              </p:cNvPr>
              <p:cNvCxnSpPr>
                <a:cxnSpLocks/>
              </p:cNvCxnSpPr>
              <p:nvPr/>
            </p:nvCxnSpPr>
            <p:spPr>
              <a:xfrm>
                <a:off x="1504458" y="-1259581"/>
                <a:ext cx="1494961"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C4F9D5BA-D15A-2BD8-3F3E-6A447DE9D52E}"/>
                </a:ext>
              </a:extLst>
            </p:cNvPr>
            <p:cNvGrpSpPr/>
            <p:nvPr/>
          </p:nvGrpSpPr>
          <p:grpSpPr>
            <a:xfrm>
              <a:off x="880491" y="3226224"/>
              <a:ext cx="1416836" cy="246221"/>
              <a:chOff x="324758" y="1666816"/>
              <a:chExt cx="1520507" cy="264237"/>
            </a:xfrm>
          </p:grpSpPr>
          <p:sp>
            <p:nvSpPr>
              <p:cNvPr id="46" name="TextBox 45">
                <a:extLst>
                  <a:ext uri="{FF2B5EF4-FFF2-40B4-BE49-F238E27FC236}">
                    <a16:creationId xmlns:a16="http://schemas.microsoft.com/office/drawing/2014/main" id="{17099BDE-8F10-2021-6819-3D6EC0B20AB2}"/>
                  </a:ext>
                </a:extLst>
              </p:cNvPr>
              <p:cNvSpPr txBox="1"/>
              <p:nvPr/>
            </p:nvSpPr>
            <p:spPr>
              <a:xfrm>
                <a:off x="467196" y="1666816"/>
                <a:ext cx="1268202" cy="264237"/>
              </a:xfrm>
              <a:prstGeom prst="rect">
                <a:avLst/>
              </a:prstGeom>
              <a:noFill/>
            </p:spPr>
            <p:txBody>
              <a:bodyPr wrap="none" rtlCol="0">
                <a:spAutoFit/>
              </a:bodyPr>
              <a:lstStyle/>
              <a:p>
                <a:r>
                  <a:rPr lang="en-US" sz="1000"/>
                  <a:t>Click “Change role”</a:t>
                </a:r>
              </a:p>
            </p:txBody>
          </p:sp>
          <p:cxnSp>
            <p:nvCxnSpPr>
              <p:cNvPr id="47" name="Straight Arrow Connector 46">
                <a:extLst>
                  <a:ext uri="{FF2B5EF4-FFF2-40B4-BE49-F238E27FC236}">
                    <a16:creationId xmlns:a16="http://schemas.microsoft.com/office/drawing/2014/main" id="{9B20FA50-0E81-FF15-2DB2-5D74DAF031B1}"/>
                  </a:ext>
                </a:extLst>
              </p:cNvPr>
              <p:cNvCxnSpPr>
                <a:cxnSpLocks/>
              </p:cNvCxnSpPr>
              <p:nvPr/>
            </p:nvCxnSpPr>
            <p:spPr>
              <a:xfrm>
                <a:off x="324758" y="1922259"/>
                <a:ext cx="15205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7" name="Rectangle 96">
              <a:extLst>
                <a:ext uri="{FF2B5EF4-FFF2-40B4-BE49-F238E27FC236}">
                  <a16:creationId xmlns:a16="http://schemas.microsoft.com/office/drawing/2014/main" id="{2AA15013-5E57-6FF4-73CE-E6094E6BB93D}"/>
                </a:ext>
              </a:extLst>
            </p:cNvPr>
            <p:cNvSpPr/>
            <p:nvPr/>
          </p:nvSpPr>
          <p:spPr>
            <a:xfrm>
              <a:off x="7447280" y="5186647"/>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spTree>
    <p:extLst>
      <p:ext uri="{BB962C8B-B14F-4D97-AF65-F5344CB8AC3E}">
        <p14:creationId xmlns:p14="http://schemas.microsoft.com/office/powerpoint/2010/main" val="552579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4EA58-9D75-EF9C-0FFA-1557205A6A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1A3CD4-1496-06FF-46D3-A6A52B28085B}"/>
              </a:ext>
            </a:extLst>
          </p:cNvPr>
          <p:cNvSpPr>
            <a:spLocks noGrp="1"/>
          </p:cNvSpPr>
          <p:nvPr>
            <p:ph type="sldNum" sz="quarter" idx="12"/>
          </p:nvPr>
        </p:nvSpPr>
        <p:spPr/>
        <p:txBody>
          <a:bodyPr/>
          <a:lstStyle/>
          <a:p>
            <a:fld id="{9EA0BE3B-158A-4EDF-80DC-E394A0D1600F}" type="slidenum">
              <a:rPr lang="en-US" smtClean="0"/>
              <a:pPr/>
              <a:t>33</a:t>
            </a:fld>
            <a:endParaRPr lang="en-US"/>
          </a:p>
        </p:txBody>
      </p:sp>
      <p:sp>
        <p:nvSpPr>
          <p:cNvPr id="3" name="Title 2">
            <a:extLst>
              <a:ext uri="{FF2B5EF4-FFF2-40B4-BE49-F238E27FC236}">
                <a16:creationId xmlns:a16="http://schemas.microsoft.com/office/drawing/2014/main" id="{FD382C76-C904-D7A4-137A-D59F8B068486}"/>
              </a:ext>
            </a:extLst>
          </p:cNvPr>
          <p:cNvSpPr>
            <a:spLocks noGrp="1"/>
          </p:cNvSpPr>
          <p:nvPr>
            <p:ph type="title"/>
          </p:nvPr>
        </p:nvSpPr>
        <p:spPr/>
        <p:txBody>
          <a:bodyPr/>
          <a:lstStyle/>
          <a:p>
            <a:r>
              <a:rPr lang="en-US"/>
              <a:t>Xóa thành viên khỏi dự án</a:t>
            </a:r>
          </a:p>
        </p:txBody>
      </p:sp>
      <p:grpSp>
        <p:nvGrpSpPr>
          <p:cNvPr id="30" name="Group 29">
            <a:extLst>
              <a:ext uri="{FF2B5EF4-FFF2-40B4-BE49-F238E27FC236}">
                <a16:creationId xmlns:a16="http://schemas.microsoft.com/office/drawing/2014/main" id="{BB53843B-189D-72CD-8416-3E47B6ACABD3}"/>
              </a:ext>
            </a:extLst>
          </p:cNvPr>
          <p:cNvGrpSpPr/>
          <p:nvPr/>
        </p:nvGrpSpPr>
        <p:grpSpPr>
          <a:xfrm>
            <a:off x="249232" y="1002997"/>
            <a:ext cx="8175707" cy="4948223"/>
            <a:chOff x="249232" y="1002997"/>
            <a:chExt cx="8175707" cy="4948223"/>
          </a:xfrm>
        </p:grpSpPr>
        <p:sp>
          <p:nvSpPr>
            <p:cNvPr id="15" name="Rectangle 14">
              <a:extLst>
                <a:ext uri="{FF2B5EF4-FFF2-40B4-BE49-F238E27FC236}">
                  <a16:creationId xmlns:a16="http://schemas.microsoft.com/office/drawing/2014/main" id="{B3AA085D-B716-00D5-F85A-2F66B4FDC844}"/>
                </a:ext>
              </a:extLst>
            </p:cNvPr>
            <p:cNvSpPr/>
            <p:nvPr/>
          </p:nvSpPr>
          <p:spPr>
            <a:xfrm>
              <a:off x="249232" y="1002997"/>
              <a:ext cx="8175707" cy="49482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DD34EA5D-F9DC-C61D-11A2-88F519126F70}"/>
                </a:ext>
              </a:extLst>
            </p:cNvPr>
            <p:cNvCxnSpPr>
              <a:cxnSpLocks/>
              <a:stCxn id="19" idx="2"/>
            </p:cNvCxnSpPr>
            <p:nvPr/>
          </p:nvCxnSpPr>
          <p:spPr>
            <a:xfrm>
              <a:off x="2362698" y="2175809"/>
              <a:ext cx="0" cy="3668731"/>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E6618FA-854B-E573-776C-D90B58906884}"/>
                </a:ext>
              </a:extLst>
            </p:cNvPr>
            <p:cNvCxnSpPr>
              <a:cxnSpLocks/>
            </p:cNvCxnSpPr>
            <p:nvPr/>
          </p:nvCxnSpPr>
          <p:spPr>
            <a:xfrm>
              <a:off x="5176512" y="2178703"/>
              <a:ext cx="0" cy="366583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C907700-D639-E97C-3605-A9A2948DE2C2}"/>
                </a:ext>
              </a:extLst>
            </p:cNvPr>
            <p:cNvCxnSpPr>
              <a:cxnSpLocks/>
            </p:cNvCxnSpPr>
            <p:nvPr/>
          </p:nvCxnSpPr>
          <p:spPr>
            <a:xfrm>
              <a:off x="7509410" y="2175810"/>
              <a:ext cx="0" cy="366873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DC70F-7710-7E12-1EC2-6C9BE5A3EDAC}"/>
                </a:ext>
              </a:extLst>
            </p:cNvPr>
            <p:cNvCxnSpPr>
              <a:cxnSpLocks/>
            </p:cNvCxnSpPr>
            <p:nvPr/>
          </p:nvCxnSpPr>
          <p:spPr>
            <a:xfrm>
              <a:off x="760363" y="2175810"/>
              <a:ext cx="0" cy="366873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AFFEC6-2EAC-131A-CDE6-C59A4231217D}"/>
                </a:ext>
              </a:extLst>
            </p:cNvPr>
            <p:cNvSpPr/>
            <p:nvPr/>
          </p:nvSpPr>
          <p:spPr>
            <a:xfrm>
              <a:off x="1776352"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FF9E192F-9E02-CC7A-872A-873E71C242CD}"/>
                </a:ext>
              </a:extLst>
            </p:cNvPr>
            <p:cNvSpPr/>
            <p:nvPr/>
          </p:nvSpPr>
          <p:spPr>
            <a:xfrm>
              <a:off x="4590167" y="165385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BB0C4B81-31C8-91FB-41AD-486115477489}"/>
                </a:ext>
              </a:extLst>
            </p:cNvPr>
            <p:cNvSpPr/>
            <p:nvPr/>
          </p:nvSpPr>
          <p:spPr>
            <a:xfrm>
              <a:off x="6923064" y="165313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9276992E-8D01-4237-BC38-CAFE8973D925}"/>
                </a:ext>
              </a:extLst>
            </p:cNvPr>
            <p:cNvGrpSpPr/>
            <p:nvPr/>
          </p:nvGrpSpPr>
          <p:grpSpPr>
            <a:xfrm>
              <a:off x="443461" y="1412569"/>
              <a:ext cx="616568" cy="808020"/>
              <a:chOff x="76892" y="924202"/>
              <a:chExt cx="661683" cy="867143"/>
            </a:xfrm>
          </p:grpSpPr>
          <p:grpSp>
            <p:nvGrpSpPr>
              <p:cNvPr id="73" name="Group 72">
                <a:extLst>
                  <a:ext uri="{FF2B5EF4-FFF2-40B4-BE49-F238E27FC236}">
                    <a16:creationId xmlns:a16="http://schemas.microsoft.com/office/drawing/2014/main" id="{13B62BF4-2B2E-D808-FF74-28D34FE86236}"/>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B6E57533-B25E-DD8F-F67B-869A5EDFC361}"/>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5D905487-9AD8-7290-7B22-EB0BBD067775}"/>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8AD767E-D818-106F-883D-3C757AFEA1C5}"/>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6CF82C7-2D8A-9DBB-93B1-18FB1F0FE493}"/>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1E5DFED-C940-958B-16E3-2FC778A93BF7}"/>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48A04094-E010-77F9-3A6E-118914A1A829}"/>
                  </a:ext>
                </a:extLst>
              </p:cNvPr>
              <p:cNvSpPr txBox="1"/>
              <p:nvPr/>
            </p:nvSpPr>
            <p:spPr>
              <a:xfrm>
                <a:off x="76892" y="1527108"/>
                <a:ext cx="661683" cy="264237"/>
              </a:xfrm>
              <a:prstGeom prst="rect">
                <a:avLst/>
              </a:prstGeom>
              <a:noFill/>
            </p:spPr>
            <p:txBody>
              <a:bodyPr wrap="square" rtlCol="0">
                <a:spAutoFit/>
              </a:bodyPr>
              <a:lstStyle/>
              <a:p>
                <a:pPr algn="ctr"/>
                <a:r>
                  <a:rPr lang="en-US" sz="1000" b="1"/>
                  <a:t>OWNER</a:t>
                </a:r>
                <a:endParaRPr lang="en-US" sz="1000"/>
              </a:p>
            </p:txBody>
          </p:sp>
        </p:grpSp>
        <p:sp>
          <p:nvSpPr>
            <p:cNvPr id="25" name="Rectangle 24">
              <a:extLst>
                <a:ext uri="{FF2B5EF4-FFF2-40B4-BE49-F238E27FC236}">
                  <a16:creationId xmlns:a16="http://schemas.microsoft.com/office/drawing/2014/main" id="{7E6D64D6-94E4-1286-2DD8-7683270FA14B}"/>
                </a:ext>
              </a:extLst>
            </p:cNvPr>
            <p:cNvSpPr/>
            <p:nvPr/>
          </p:nvSpPr>
          <p:spPr>
            <a:xfrm>
              <a:off x="2300568" y="2446755"/>
              <a:ext cx="124257" cy="315394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5EDF3E7F-C8DC-A6F1-1665-EC1BF53FB9D4}"/>
                </a:ext>
              </a:extLst>
            </p:cNvPr>
            <p:cNvGrpSpPr/>
            <p:nvPr/>
          </p:nvGrpSpPr>
          <p:grpSpPr>
            <a:xfrm>
              <a:off x="766763" y="2220589"/>
              <a:ext cx="1530564" cy="246221"/>
              <a:chOff x="202708" y="1666816"/>
              <a:chExt cx="1642557" cy="264237"/>
            </a:xfrm>
          </p:grpSpPr>
          <p:sp>
            <p:nvSpPr>
              <p:cNvPr id="70" name="TextBox 69">
                <a:extLst>
                  <a:ext uri="{FF2B5EF4-FFF2-40B4-BE49-F238E27FC236}">
                    <a16:creationId xmlns:a16="http://schemas.microsoft.com/office/drawing/2014/main" id="{1B69B3E7-ED08-C392-09B8-7669710A7505}"/>
                  </a:ext>
                </a:extLst>
              </p:cNvPr>
              <p:cNvSpPr txBox="1"/>
              <p:nvPr/>
            </p:nvSpPr>
            <p:spPr>
              <a:xfrm>
                <a:off x="431464" y="1666816"/>
                <a:ext cx="1225196" cy="264237"/>
              </a:xfrm>
              <a:prstGeom prst="rect">
                <a:avLst/>
              </a:prstGeom>
              <a:noFill/>
            </p:spPr>
            <p:txBody>
              <a:bodyPr wrap="none" rtlCol="0">
                <a:spAutoFit/>
              </a:bodyPr>
              <a:lstStyle/>
              <a:p>
                <a:r>
                  <a:rPr lang="en-US" sz="1000"/>
                  <a:t>Open Members UI</a:t>
                </a:r>
              </a:p>
            </p:txBody>
          </p:sp>
          <p:cxnSp>
            <p:nvCxnSpPr>
              <p:cNvPr id="72" name="Straight Arrow Connector 71">
                <a:extLst>
                  <a:ext uri="{FF2B5EF4-FFF2-40B4-BE49-F238E27FC236}">
                    <a16:creationId xmlns:a16="http://schemas.microsoft.com/office/drawing/2014/main" id="{2D726B30-D90C-17C2-768B-BFB01B95D8F7}"/>
                  </a:ext>
                </a:extLst>
              </p:cNvPr>
              <p:cNvCxnSpPr>
                <a:cxnSpLocks/>
              </p:cNvCxnSpPr>
              <p:nvPr/>
            </p:nvCxnSpPr>
            <p:spPr>
              <a:xfrm>
                <a:off x="202708" y="1922259"/>
                <a:ext cx="1642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CBDE9B0D-DC93-AB22-C999-507A59013ED3}"/>
                </a:ext>
              </a:extLst>
            </p:cNvPr>
            <p:cNvSpPr/>
            <p:nvPr/>
          </p:nvSpPr>
          <p:spPr>
            <a:xfrm>
              <a:off x="5112658" y="3818936"/>
              <a:ext cx="124257" cy="1562689"/>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06A53AD4-482F-AFFB-6AAB-F9F179D7FF53}"/>
                </a:ext>
              </a:extLst>
            </p:cNvPr>
            <p:cNvGrpSpPr/>
            <p:nvPr/>
          </p:nvGrpSpPr>
          <p:grpSpPr>
            <a:xfrm>
              <a:off x="2387812" y="3418826"/>
              <a:ext cx="2699554" cy="418412"/>
              <a:chOff x="257571" y="1666816"/>
              <a:chExt cx="2897085" cy="449027"/>
            </a:xfrm>
          </p:grpSpPr>
          <p:sp>
            <p:nvSpPr>
              <p:cNvPr id="66" name="TextBox 65">
                <a:extLst>
                  <a:ext uri="{FF2B5EF4-FFF2-40B4-BE49-F238E27FC236}">
                    <a16:creationId xmlns:a16="http://schemas.microsoft.com/office/drawing/2014/main" id="{1826FA3D-1A88-A2D1-6BFB-52CD08D99099}"/>
                  </a:ext>
                </a:extLst>
              </p:cNvPr>
              <p:cNvSpPr txBox="1"/>
              <p:nvPr/>
            </p:nvSpPr>
            <p:spPr>
              <a:xfrm>
                <a:off x="257571" y="1666816"/>
                <a:ext cx="2785505" cy="429386"/>
              </a:xfrm>
              <a:prstGeom prst="rect">
                <a:avLst/>
              </a:prstGeom>
              <a:noFill/>
            </p:spPr>
            <p:txBody>
              <a:bodyPr wrap="none" rtlCol="0">
                <a:spAutoFit/>
              </a:bodyPr>
              <a:lstStyle/>
              <a:p>
                <a:r>
                  <a:rPr lang="en-US" sz="1000"/>
                  <a:t>DEL /api/projects/:projectId/members/:userId</a:t>
                </a:r>
              </a:p>
              <a:p>
                <a:r>
                  <a:rPr lang="en-US" sz="1000"/>
                  <a:t>{appToken}</a:t>
                </a:r>
              </a:p>
            </p:txBody>
          </p:sp>
          <p:cxnSp>
            <p:nvCxnSpPr>
              <p:cNvPr id="68" name="Straight Arrow Connector 67">
                <a:extLst>
                  <a:ext uri="{FF2B5EF4-FFF2-40B4-BE49-F238E27FC236}">
                    <a16:creationId xmlns:a16="http://schemas.microsoft.com/office/drawing/2014/main" id="{598E2525-6D80-E8D1-52FA-87C42CBCD1ED}"/>
                  </a:ext>
                </a:extLst>
              </p:cNvPr>
              <p:cNvCxnSpPr>
                <a:cxnSpLocks/>
              </p:cNvCxnSpPr>
              <p:nvPr/>
            </p:nvCxnSpPr>
            <p:spPr>
              <a:xfrm>
                <a:off x="299669" y="2115843"/>
                <a:ext cx="28549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C64B65A-DCE2-9142-E178-8A32177DEC8B}"/>
                </a:ext>
              </a:extLst>
            </p:cNvPr>
            <p:cNvGrpSpPr/>
            <p:nvPr/>
          </p:nvGrpSpPr>
          <p:grpSpPr>
            <a:xfrm>
              <a:off x="2421585" y="5135353"/>
              <a:ext cx="2672131" cy="246221"/>
              <a:chOff x="868963" y="2498990"/>
              <a:chExt cx="2867653" cy="264237"/>
            </a:xfrm>
          </p:grpSpPr>
          <p:sp>
            <p:nvSpPr>
              <p:cNvPr id="60" name="TextBox 59">
                <a:extLst>
                  <a:ext uri="{FF2B5EF4-FFF2-40B4-BE49-F238E27FC236}">
                    <a16:creationId xmlns:a16="http://schemas.microsoft.com/office/drawing/2014/main" id="{CF5F8001-D8B2-8575-B998-50AD1906310E}"/>
                  </a:ext>
                </a:extLst>
              </p:cNvPr>
              <p:cNvSpPr txBox="1"/>
              <p:nvPr/>
            </p:nvSpPr>
            <p:spPr>
              <a:xfrm>
                <a:off x="1720427" y="2498990"/>
                <a:ext cx="1244118" cy="264237"/>
              </a:xfrm>
              <a:prstGeom prst="rect">
                <a:avLst/>
              </a:prstGeom>
              <a:noFill/>
            </p:spPr>
            <p:txBody>
              <a:bodyPr wrap="none" rtlCol="0">
                <a:spAutoFit/>
              </a:bodyPr>
              <a:lstStyle/>
              <a:p>
                <a:r>
                  <a:rPr lang="en-US" sz="1000"/>
                  <a:t>200, “successfully”</a:t>
                </a:r>
              </a:p>
            </p:txBody>
          </p:sp>
          <p:cxnSp>
            <p:nvCxnSpPr>
              <p:cNvPr id="61" name="Straight Arrow Connector 60">
                <a:extLst>
                  <a:ext uri="{FF2B5EF4-FFF2-40B4-BE49-F238E27FC236}">
                    <a16:creationId xmlns:a16="http://schemas.microsoft.com/office/drawing/2014/main" id="{17A8E00A-F274-5C38-E503-6FAE52DC0F00}"/>
                  </a:ext>
                </a:extLst>
              </p:cNvPr>
              <p:cNvCxnSpPr>
                <a:cxnSpLocks/>
              </p:cNvCxnSpPr>
              <p:nvPr/>
            </p:nvCxnSpPr>
            <p:spPr>
              <a:xfrm>
                <a:off x="868963" y="2742599"/>
                <a:ext cx="286765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4F4204A4-4946-FE1B-7286-CCDA59D0EA1A}"/>
                </a:ext>
              </a:extLst>
            </p:cNvPr>
            <p:cNvGrpSpPr/>
            <p:nvPr/>
          </p:nvGrpSpPr>
          <p:grpSpPr>
            <a:xfrm>
              <a:off x="5063719" y="3837309"/>
              <a:ext cx="1364722" cy="246221"/>
              <a:chOff x="5224464" y="3479392"/>
              <a:chExt cx="1364722" cy="246221"/>
            </a:xfrm>
          </p:grpSpPr>
          <p:sp>
            <p:nvSpPr>
              <p:cNvPr id="37" name="TextBox 36">
                <a:extLst>
                  <a:ext uri="{FF2B5EF4-FFF2-40B4-BE49-F238E27FC236}">
                    <a16:creationId xmlns:a16="http://schemas.microsoft.com/office/drawing/2014/main" id="{FC7990AB-5CB8-833F-832A-9D37E2CD0B61}"/>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90A1106F-AA8A-909B-E129-0A0650834A7E}"/>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39" name="Group 38">
              <a:extLst>
                <a:ext uri="{FF2B5EF4-FFF2-40B4-BE49-F238E27FC236}">
                  <a16:creationId xmlns:a16="http://schemas.microsoft.com/office/drawing/2014/main" id="{5656C10E-FDC7-7BEE-43F4-BBA09268C243}"/>
                </a:ext>
              </a:extLst>
            </p:cNvPr>
            <p:cNvGrpSpPr/>
            <p:nvPr/>
          </p:nvGrpSpPr>
          <p:grpSpPr>
            <a:xfrm>
              <a:off x="757238" y="2474828"/>
              <a:ext cx="1553019" cy="246221"/>
              <a:chOff x="1356853" y="-1503191"/>
              <a:chExt cx="1666655" cy="264237"/>
            </a:xfrm>
          </p:grpSpPr>
          <p:sp>
            <p:nvSpPr>
              <p:cNvPr id="58" name="TextBox 57">
                <a:extLst>
                  <a:ext uri="{FF2B5EF4-FFF2-40B4-BE49-F238E27FC236}">
                    <a16:creationId xmlns:a16="http://schemas.microsoft.com/office/drawing/2014/main" id="{F49BDE1C-03BA-F7CD-7405-39E12F208284}"/>
                  </a:ext>
                </a:extLst>
              </p:cNvPr>
              <p:cNvSpPr txBox="1"/>
              <p:nvPr/>
            </p:nvSpPr>
            <p:spPr>
              <a:xfrm>
                <a:off x="1756987" y="-1503191"/>
                <a:ext cx="889737" cy="264237"/>
              </a:xfrm>
              <a:prstGeom prst="rect">
                <a:avLst/>
              </a:prstGeom>
              <a:noFill/>
            </p:spPr>
            <p:txBody>
              <a:bodyPr wrap="none" rtlCol="0">
                <a:spAutoFit/>
              </a:bodyPr>
              <a:lstStyle/>
              <a:p>
                <a:r>
                  <a:rPr lang="en-US" sz="1000"/>
                  <a:t>Members UI</a:t>
                </a:r>
              </a:p>
            </p:txBody>
          </p:sp>
          <p:cxnSp>
            <p:nvCxnSpPr>
              <p:cNvPr id="59" name="Straight Arrow Connector 58">
                <a:extLst>
                  <a:ext uri="{FF2B5EF4-FFF2-40B4-BE49-F238E27FC236}">
                    <a16:creationId xmlns:a16="http://schemas.microsoft.com/office/drawing/2014/main" id="{B773CAEE-F160-0CF7-B867-B64D829CF4F1}"/>
                  </a:ext>
                </a:extLst>
              </p:cNvPr>
              <p:cNvCxnSpPr>
                <a:cxnSpLocks/>
              </p:cNvCxnSpPr>
              <p:nvPr/>
            </p:nvCxnSpPr>
            <p:spPr>
              <a:xfrm>
                <a:off x="1356853" y="-1259581"/>
                <a:ext cx="166665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2E455235-A260-754E-7668-C6E2B88464B0}"/>
                </a:ext>
              </a:extLst>
            </p:cNvPr>
            <p:cNvGrpSpPr/>
            <p:nvPr/>
          </p:nvGrpSpPr>
          <p:grpSpPr>
            <a:xfrm>
              <a:off x="745370" y="2743340"/>
              <a:ext cx="1598515" cy="246221"/>
              <a:chOff x="179750" y="1666816"/>
              <a:chExt cx="1715481" cy="264237"/>
            </a:xfrm>
          </p:grpSpPr>
          <p:sp>
            <p:nvSpPr>
              <p:cNvPr id="55" name="TextBox 54">
                <a:extLst>
                  <a:ext uri="{FF2B5EF4-FFF2-40B4-BE49-F238E27FC236}">
                    <a16:creationId xmlns:a16="http://schemas.microsoft.com/office/drawing/2014/main" id="{E9115C1F-F28A-9343-1DF4-80ABC34B03C5}"/>
                  </a:ext>
                </a:extLst>
              </p:cNvPr>
              <p:cNvSpPr txBox="1"/>
              <p:nvPr/>
            </p:nvSpPr>
            <p:spPr>
              <a:xfrm>
                <a:off x="179750" y="1666816"/>
                <a:ext cx="1715481" cy="264237"/>
              </a:xfrm>
              <a:prstGeom prst="rect">
                <a:avLst/>
              </a:prstGeom>
              <a:noFill/>
            </p:spPr>
            <p:txBody>
              <a:bodyPr wrap="none" rtlCol="0">
                <a:spAutoFit/>
              </a:bodyPr>
              <a:lstStyle/>
              <a:p>
                <a:r>
                  <a:rPr lang="en-US" sz="1000"/>
                  <a:t>Click “Remove” of Member</a:t>
                </a:r>
              </a:p>
            </p:txBody>
          </p:sp>
          <p:cxnSp>
            <p:nvCxnSpPr>
              <p:cNvPr id="57" name="Straight Arrow Connector 56">
                <a:extLst>
                  <a:ext uri="{FF2B5EF4-FFF2-40B4-BE49-F238E27FC236}">
                    <a16:creationId xmlns:a16="http://schemas.microsoft.com/office/drawing/2014/main" id="{A31596F7-6CFB-A1CA-7791-8C7B630C4C18}"/>
                  </a:ext>
                </a:extLst>
              </p:cNvPr>
              <p:cNvCxnSpPr>
                <a:cxnSpLocks/>
              </p:cNvCxnSpPr>
              <p:nvPr/>
            </p:nvCxnSpPr>
            <p:spPr>
              <a:xfrm>
                <a:off x="200152" y="1922259"/>
                <a:ext cx="16451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C895A154-5327-80AD-3981-2C18734FF60E}"/>
                </a:ext>
              </a:extLst>
            </p:cNvPr>
            <p:cNvGrpSpPr/>
            <p:nvPr/>
          </p:nvGrpSpPr>
          <p:grpSpPr>
            <a:xfrm>
              <a:off x="768350" y="5314653"/>
              <a:ext cx="1535854" cy="246221"/>
              <a:chOff x="1368779" y="-1503191"/>
              <a:chExt cx="1648233" cy="264237"/>
            </a:xfrm>
          </p:grpSpPr>
          <p:sp>
            <p:nvSpPr>
              <p:cNvPr id="53" name="TextBox 52">
                <a:extLst>
                  <a:ext uri="{FF2B5EF4-FFF2-40B4-BE49-F238E27FC236}">
                    <a16:creationId xmlns:a16="http://schemas.microsoft.com/office/drawing/2014/main" id="{3C4AE07A-4114-FC32-444F-B83278DD26E2}"/>
                  </a:ext>
                </a:extLst>
              </p:cNvPr>
              <p:cNvSpPr txBox="1"/>
              <p:nvPr/>
            </p:nvSpPr>
            <p:spPr>
              <a:xfrm>
                <a:off x="1576562" y="-1503191"/>
                <a:ext cx="1300887" cy="264237"/>
              </a:xfrm>
              <a:prstGeom prst="rect">
                <a:avLst/>
              </a:prstGeom>
              <a:noFill/>
            </p:spPr>
            <p:txBody>
              <a:bodyPr wrap="none" rtlCol="0">
                <a:spAutoFit/>
              </a:bodyPr>
              <a:lstStyle/>
              <a:p>
                <a:r>
                  <a:rPr lang="en-US" sz="1000"/>
                  <a:t>Toast “successfully”</a:t>
                </a:r>
              </a:p>
            </p:txBody>
          </p:sp>
          <p:cxnSp>
            <p:nvCxnSpPr>
              <p:cNvPr id="54" name="Straight Arrow Connector 53">
                <a:extLst>
                  <a:ext uri="{FF2B5EF4-FFF2-40B4-BE49-F238E27FC236}">
                    <a16:creationId xmlns:a16="http://schemas.microsoft.com/office/drawing/2014/main" id="{C44FEAD5-8808-3638-0D19-E801D4CF4806}"/>
                  </a:ext>
                </a:extLst>
              </p:cNvPr>
              <p:cNvCxnSpPr>
                <a:cxnSpLocks/>
              </p:cNvCxnSpPr>
              <p:nvPr/>
            </p:nvCxnSpPr>
            <p:spPr>
              <a:xfrm>
                <a:off x="1368779" y="-1259581"/>
                <a:ext cx="164823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738E8425-C402-0718-29AD-C41A388867E9}"/>
                </a:ext>
              </a:extLst>
            </p:cNvPr>
            <p:cNvGrpSpPr/>
            <p:nvPr/>
          </p:nvGrpSpPr>
          <p:grpSpPr>
            <a:xfrm>
              <a:off x="249232" y="1009286"/>
              <a:ext cx="2481593" cy="295234"/>
              <a:chOff x="390525" y="886128"/>
              <a:chExt cx="2481593" cy="295234"/>
            </a:xfrm>
          </p:grpSpPr>
          <p:sp>
            <p:nvSpPr>
              <p:cNvPr id="51" name="Rectangle: Single Corner Snipped 50">
                <a:extLst>
                  <a:ext uri="{FF2B5EF4-FFF2-40B4-BE49-F238E27FC236}">
                    <a16:creationId xmlns:a16="http://schemas.microsoft.com/office/drawing/2014/main" id="{184391C5-87A9-A7BD-0FC3-674A01C51484}"/>
                  </a:ext>
                </a:extLst>
              </p:cNvPr>
              <p:cNvSpPr/>
              <p:nvPr/>
            </p:nvSpPr>
            <p:spPr>
              <a:xfrm flipV="1">
                <a:off x="390525" y="886128"/>
                <a:ext cx="2481593"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D10CD3FC-1E60-F4C2-60FD-6D62DCFD2F80}"/>
                  </a:ext>
                </a:extLst>
              </p:cNvPr>
              <p:cNvSpPr txBox="1"/>
              <p:nvPr/>
            </p:nvSpPr>
            <p:spPr>
              <a:xfrm>
                <a:off x="670053" y="904363"/>
                <a:ext cx="1871282" cy="276999"/>
              </a:xfrm>
              <a:prstGeom prst="rect">
                <a:avLst/>
              </a:prstGeom>
              <a:noFill/>
            </p:spPr>
            <p:txBody>
              <a:bodyPr wrap="none" rtlCol="0">
                <a:spAutoFit/>
              </a:bodyPr>
              <a:lstStyle/>
              <a:p>
                <a:r>
                  <a:rPr lang="en-US" sz="1200" b="1"/>
                  <a:t>Xóa thành viên khỏi dự án</a:t>
                </a:r>
              </a:p>
            </p:txBody>
          </p:sp>
        </p:grpSp>
        <p:sp>
          <p:nvSpPr>
            <p:cNvPr id="84" name="TextBox 83">
              <a:extLst>
                <a:ext uri="{FF2B5EF4-FFF2-40B4-BE49-F238E27FC236}">
                  <a16:creationId xmlns:a16="http://schemas.microsoft.com/office/drawing/2014/main" id="{1770AE22-9EDC-CBBF-68C9-F80BD47CF8BE}"/>
                </a:ext>
              </a:extLst>
            </p:cNvPr>
            <p:cNvSpPr txBox="1"/>
            <p:nvPr/>
          </p:nvSpPr>
          <p:spPr>
            <a:xfrm>
              <a:off x="5408610" y="4677544"/>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CE05C7FE-970F-3A47-EDFE-30632C8B174B}"/>
                </a:ext>
              </a:extLst>
            </p:cNvPr>
            <p:cNvSpPr/>
            <p:nvPr/>
          </p:nvSpPr>
          <p:spPr>
            <a:xfrm>
              <a:off x="5063719" y="4690953"/>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nvGrpSpPr>
            <p:cNvPr id="88" name="Group 87">
              <a:extLst>
                <a:ext uri="{FF2B5EF4-FFF2-40B4-BE49-F238E27FC236}">
                  <a16:creationId xmlns:a16="http://schemas.microsoft.com/office/drawing/2014/main" id="{75BC292A-69C9-EDC4-7ED0-FD544E12240F}"/>
                </a:ext>
              </a:extLst>
            </p:cNvPr>
            <p:cNvGrpSpPr/>
            <p:nvPr/>
          </p:nvGrpSpPr>
          <p:grpSpPr>
            <a:xfrm>
              <a:off x="5246784" y="4953293"/>
              <a:ext cx="2195651" cy="246221"/>
              <a:chOff x="432780" y="1274111"/>
              <a:chExt cx="2356310" cy="264237"/>
            </a:xfrm>
          </p:grpSpPr>
          <p:sp>
            <p:nvSpPr>
              <p:cNvPr id="89" name="TextBox 88">
                <a:extLst>
                  <a:ext uri="{FF2B5EF4-FFF2-40B4-BE49-F238E27FC236}">
                    <a16:creationId xmlns:a16="http://schemas.microsoft.com/office/drawing/2014/main" id="{7981172D-46DD-1AF5-DBEB-5A305FEC1DE4}"/>
                  </a:ext>
                </a:extLst>
              </p:cNvPr>
              <p:cNvSpPr txBox="1"/>
              <p:nvPr/>
            </p:nvSpPr>
            <p:spPr>
              <a:xfrm>
                <a:off x="571762" y="1274111"/>
                <a:ext cx="1861706" cy="264237"/>
              </a:xfrm>
              <a:prstGeom prst="rect">
                <a:avLst/>
              </a:prstGeom>
              <a:noFill/>
            </p:spPr>
            <p:txBody>
              <a:bodyPr wrap="none" rtlCol="0">
                <a:spAutoFit/>
              </a:bodyPr>
              <a:lstStyle/>
              <a:p>
                <a:r>
                  <a:rPr lang="en-US" sz="1000"/>
                  <a:t>deleteProjectMember(userId)</a:t>
                </a:r>
              </a:p>
            </p:txBody>
          </p:sp>
          <p:cxnSp>
            <p:nvCxnSpPr>
              <p:cNvPr id="90" name="Straight Arrow Connector 89">
                <a:extLst>
                  <a:ext uri="{FF2B5EF4-FFF2-40B4-BE49-F238E27FC236}">
                    <a16:creationId xmlns:a16="http://schemas.microsoft.com/office/drawing/2014/main" id="{461191C6-305F-8DD6-7E06-780B95570535}"/>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13F49E09-A397-C98E-5E55-A16DEF151681}"/>
                </a:ext>
              </a:extLst>
            </p:cNvPr>
            <p:cNvGrpSpPr/>
            <p:nvPr/>
          </p:nvGrpSpPr>
          <p:grpSpPr>
            <a:xfrm>
              <a:off x="5246784" y="4068439"/>
              <a:ext cx="2195650" cy="246221"/>
              <a:chOff x="432780" y="1274111"/>
              <a:chExt cx="2356310" cy="264237"/>
            </a:xfrm>
          </p:grpSpPr>
          <p:sp>
            <p:nvSpPr>
              <p:cNvPr id="21" name="TextBox 20">
                <a:extLst>
                  <a:ext uri="{FF2B5EF4-FFF2-40B4-BE49-F238E27FC236}">
                    <a16:creationId xmlns:a16="http://schemas.microsoft.com/office/drawing/2014/main" id="{6E7ECB12-DA31-EBB7-33F7-4763AA198392}"/>
                  </a:ext>
                </a:extLst>
              </p:cNvPr>
              <p:cNvSpPr txBox="1"/>
              <p:nvPr/>
            </p:nvSpPr>
            <p:spPr>
              <a:xfrm>
                <a:off x="571762" y="1274111"/>
                <a:ext cx="1691396" cy="264237"/>
              </a:xfrm>
              <a:prstGeom prst="rect">
                <a:avLst/>
              </a:prstGeom>
              <a:noFill/>
            </p:spPr>
            <p:txBody>
              <a:bodyPr wrap="none" rtlCol="0">
                <a:spAutoFit/>
              </a:bodyPr>
              <a:lstStyle/>
              <a:p>
                <a:r>
                  <a:rPr lang="en-US" sz="1000"/>
                  <a:t>findProjectById(projectId)</a:t>
                </a:r>
              </a:p>
            </p:txBody>
          </p:sp>
          <p:cxnSp>
            <p:nvCxnSpPr>
              <p:cNvPr id="23" name="Straight Arrow Connector 22">
                <a:extLst>
                  <a:ext uri="{FF2B5EF4-FFF2-40B4-BE49-F238E27FC236}">
                    <a16:creationId xmlns:a16="http://schemas.microsoft.com/office/drawing/2014/main" id="{7D6EF2D5-FB18-BC2D-E0A1-3C2C4310CF3C}"/>
                  </a:ext>
                </a:extLst>
              </p:cNvPr>
              <p:cNvCxnSpPr>
                <a:cxnSpLocks/>
              </p:cNvCxnSpPr>
              <p:nvPr/>
            </p:nvCxnSpPr>
            <p:spPr>
              <a:xfrm>
                <a:off x="432780" y="1538348"/>
                <a:ext cx="23563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96B612E3-0651-A8F4-794E-46E54B98EE4E}"/>
                </a:ext>
              </a:extLst>
            </p:cNvPr>
            <p:cNvSpPr/>
            <p:nvPr/>
          </p:nvSpPr>
          <p:spPr>
            <a:xfrm>
              <a:off x="7447280" y="4308413"/>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3" name="Group 32">
              <a:extLst>
                <a:ext uri="{FF2B5EF4-FFF2-40B4-BE49-F238E27FC236}">
                  <a16:creationId xmlns:a16="http://schemas.microsoft.com/office/drawing/2014/main" id="{03399686-282E-DFE3-5709-4305399D27B2}"/>
                </a:ext>
              </a:extLst>
            </p:cNvPr>
            <p:cNvGrpSpPr/>
            <p:nvPr/>
          </p:nvGrpSpPr>
          <p:grpSpPr>
            <a:xfrm>
              <a:off x="5244047" y="4312929"/>
              <a:ext cx="2198388" cy="246221"/>
              <a:chOff x="1505858" y="2498990"/>
              <a:chExt cx="2359245" cy="264237"/>
            </a:xfrm>
          </p:grpSpPr>
          <p:sp>
            <p:nvSpPr>
              <p:cNvPr id="34" name="TextBox 33">
                <a:extLst>
                  <a:ext uri="{FF2B5EF4-FFF2-40B4-BE49-F238E27FC236}">
                    <a16:creationId xmlns:a16="http://schemas.microsoft.com/office/drawing/2014/main" id="{CEA3813B-2DB6-903B-CBC5-76C70C955807}"/>
                  </a:ext>
                </a:extLst>
              </p:cNvPr>
              <p:cNvSpPr txBox="1"/>
              <p:nvPr/>
            </p:nvSpPr>
            <p:spPr>
              <a:xfrm>
                <a:off x="2451359" y="2498990"/>
                <a:ext cx="597287" cy="264237"/>
              </a:xfrm>
              <a:prstGeom prst="rect">
                <a:avLst/>
              </a:prstGeom>
              <a:noFill/>
            </p:spPr>
            <p:txBody>
              <a:bodyPr wrap="none" rtlCol="0">
                <a:spAutoFit/>
              </a:bodyPr>
              <a:lstStyle/>
              <a:p>
                <a:r>
                  <a:rPr lang="en-US" sz="1000"/>
                  <a:t>project</a:t>
                </a:r>
              </a:p>
            </p:txBody>
          </p:sp>
          <p:cxnSp>
            <p:nvCxnSpPr>
              <p:cNvPr id="35" name="Straight Arrow Connector 34">
                <a:extLst>
                  <a:ext uri="{FF2B5EF4-FFF2-40B4-BE49-F238E27FC236}">
                    <a16:creationId xmlns:a16="http://schemas.microsoft.com/office/drawing/2014/main" id="{A1069F46-A18F-BAEB-79E2-341C0FAD4878}"/>
                  </a:ext>
                </a:extLst>
              </p:cNvPr>
              <p:cNvCxnSpPr>
                <a:cxnSpLocks/>
              </p:cNvCxnSpPr>
              <p:nvPr/>
            </p:nvCxnSpPr>
            <p:spPr>
              <a:xfrm>
                <a:off x="1505858" y="2742599"/>
                <a:ext cx="2359245"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BE3C1B27-754E-9DDE-6C1C-1C2EA537841B}"/>
                </a:ext>
              </a:extLst>
            </p:cNvPr>
            <p:cNvGrpSpPr/>
            <p:nvPr/>
          </p:nvGrpSpPr>
          <p:grpSpPr>
            <a:xfrm>
              <a:off x="773907" y="2989561"/>
              <a:ext cx="1513904" cy="246221"/>
              <a:chOff x="1374741" y="-1503191"/>
              <a:chExt cx="1624678" cy="264237"/>
            </a:xfrm>
          </p:grpSpPr>
          <p:sp>
            <p:nvSpPr>
              <p:cNvPr id="12" name="TextBox 11">
                <a:extLst>
                  <a:ext uri="{FF2B5EF4-FFF2-40B4-BE49-F238E27FC236}">
                    <a16:creationId xmlns:a16="http://schemas.microsoft.com/office/drawing/2014/main" id="{7355CC79-6353-BBCD-670A-1FB6F590D584}"/>
                  </a:ext>
                </a:extLst>
              </p:cNvPr>
              <p:cNvSpPr txBox="1"/>
              <p:nvPr/>
            </p:nvSpPr>
            <p:spPr>
              <a:xfrm>
                <a:off x="1671124" y="-1503191"/>
                <a:ext cx="1027361" cy="264237"/>
              </a:xfrm>
              <a:prstGeom prst="rect">
                <a:avLst/>
              </a:prstGeom>
              <a:noFill/>
            </p:spPr>
            <p:txBody>
              <a:bodyPr wrap="none" rtlCol="0">
                <a:spAutoFit/>
              </a:bodyPr>
              <a:lstStyle/>
              <a:p>
                <a:r>
                  <a:rPr lang="en-US" sz="1000"/>
                  <a:t>Confirm Dialog</a:t>
                </a:r>
              </a:p>
            </p:txBody>
          </p:sp>
          <p:cxnSp>
            <p:nvCxnSpPr>
              <p:cNvPr id="13" name="Straight Arrow Connector 12">
                <a:extLst>
                  <a:ext uri="{FF2B5EF4-FFF2-40B4-BE49-F238E27FC236}">
                    <a16:creationId xmlns:a16="http://schemas.microsoft.com/office/drawing/2014/main" id="{AFF02188-FB98-6FE4-FDC1-EB88DBA7B76D}"/>
                  </a:ext>
                </a:extLst>
              </p:cNvPr>
              <p:cNvCxnSpPr>
                <a:cxnSpLocks/>
              </p:cNvCxnSpPr>
              <p:nvPr/>
            </p:nvCxnSpPr>
            <p:spPr>
              <a:xfrm>
                <a:off x="1374741" y="-1259581"/>
                <a:ext cx="1624678"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D30D8CBA-D00D-F2B6-59E6-414EF7E78806}"/>
                </a:ext>
              </a:extLst>
            </p:cNvPr>
            <p:cNvGrpSpPr/>
            <p:nvPr/>
          </p:nvGrpSpPr>
          <p:grpSpPr>
            <a:xfrm>
              <a:off x="762000" y="3226224"/>
              <a:ext cx="1535327" cy="246221"/>
              <a:chOff x="197597" y="1666816"/>
              <a:chExt cx="1647668" cy="264237"/>
            </a:xfrm>
          </p:grpSpPr>
          <p:sp>
            <p:nvSpPr>
              <p:cNvPr id="46" name="TextBox 45">
                <a:extLst>
                  <a:ext uri="{FF2B5EF4-FFF2-40B4-BE49-F238E27FC236}">
                    <a16:creationId xmlns:a16="http://schemas.microsoft.com/office/drawing/2014/main" id="{DEFACEF9-9A33-C157-5CA5-B15D64B96C2B}"/>
                  </a:ext>
                </a:extLst>
              </p:cNvPr>
              <p:cNvSpPr txBox="1"/>
              <p:nvPr/>
            </p:nvSpPr>
            <p:spPr>
              <a:xfrm>
                <a:off x="656270" y="1666816"/>
                <a:ext cx="762435" cy="264237"/>
              </a:xfrm>
              <a:prstGeom prst="rect">
                <a:avLst/>
              </a:prstGeom>
              <a:noFill/>
            </p:spPr>
            <p:txBody>
              <a:bodyPr wrap="none" rtlCol="0">
                <a:spAutoFit/>
              </a:bodyPr>
              <a:lstStyle/>
              <a:p>
                <a:r>
                  <a:rPr lang="en-US" sz="1000"/>
                  <a:t>Click “OK”</a:t>
                </a:r>
              </a:p>
            </p:txBody>
          </p:sp>
          <p:cxnSp>
            <p:nvCxnSpPr>
              <p:cNvPr id="47" name="Straight Arrow Connector 46">
                <a:extLst>
                  <a:ext uri="{FF2B5EF4-FFF2-40B4-BE49-F238E27FC236}">
                    <a16:creationId xmlns:a16="http://schemas.microsoft.com/office/drawing/2014/main" id="{05DE6917-05EB-D5B9-69EB-11AE1D15EE00}"/>
                  </a:ext>
                </a:extLst>
              </p:cNvPr>
              <p:cNvCxnSpPr>
                <a:cxnSpLocks/>
              </p:cNvCxnSpPr>
              <p:nvPr/>
            </p:nvCxnSpPr>
            <p:spPr>
              <a:xfrm>
                <a:off x="197597" y="1922259"/>
                <a:ext cx="16476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04081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89F08-8B48-2035-883A-B47E272866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9838A2-4D7E-74A2-8E1A-381357997A6A}"/>
              </a:ext>
            </a:extLst>
          </p:cNvPr>
          <p:cNvSpPr>
            <a:spLocks noGrp="1"/>
          </p:cNvSpPr>
          <p:nvPr>
            <p:ph type="sldNum" sz="quarter" idx="12"/>
          </p:nvPr>
        </p:nvSpPr>
        <p:spPr/>
        <p:txBody>
          <a:bodyPr/>
          <a:lstStyle/>
          <a:p>
            <a:fld id="{9EA0BE3B-158A-4EDF-80DC-E394A0D1600F}" type="slidenum">
              <a:rPr lang="en-US" smtClean="0"/>
              <a:pPr/>
              <a:t>34</a:t>
            </a:fld>
            <a:endParaRPr lang="en-US"/>
          </a:p>
        </p:txBody>
      </p:sp>
      <p:sp>
        <p:nvSpPr>
          <p:cNvPr id="3" name="Title 2">
            <a:extLst>
              <a:ext uri="{FF2B5EF4-FFF2-40B4-BE49-F238E27FC236}">
                <a16:creationId xmlns:a16="http://schemas.microsoft.com/office/drawing/2014/main" id="{8D7515C9-A0EA-5222-CE5F-ED2F36ECD173}"/>
              </a:ext>
            </a:extLst>
          </p:cNvPr>
          <p:cNvSpPr>
            <a:spLocks noGrp="1"/>
          </p:cNvSpPr>
          <p:nvPr>
            <p:ph type="title"/>
          </p:nvPr>
        </p:nvSpPr>
        <p:spPr/>
        <p:txBody>
          <a:bodyPr/>
          <a:lstStyle/>
          <a:p>
            <a:r>
              <a:rPr lang="en-US"/>
              <a:t>Rời dự án</a:t>
            </a:r>
          </a:p>
        </p:txBody>
      </p:sp>
      <p:grpSp>
        <p:nvGrpSpPr>
          <p:cNvPr id="39" name="Group 38">
            <a:extLst>
              <a:ext uri="{FF2B5EF4-FFF2-40B4-BE49-F238E27FC236}">
                <a16:creationId xmlns:a16="http://schemas.microsoft.com/office/drawing/2014/main" id="{E75E21B0-7B42-C32D-6BD5-444918BD9E5F}"/>
              </a:ext>
            </a:extLst>
          </p:cNvPr>
          <p:cNvGrpSpPr/>
          <p:nvPr/>
        </p:nvGrpSpPr>
        <p:grpSpPr>
          <a:xfrm>
            <a:off x="373057" y="1174447"/>
            <a:ext cx="8175707" cy="4921553"/>
            <a:chOff x="373057" y="1174447"/>
            <a:chExt cx="8175707" cy="4921553"/>
          </a:xfrm>
        </p:grpSpPr>
        <p:sp>
          <p:nvSpPr>
            <p:cNvPr id="15" name="Rectangle 14">
              <a:extLst>
                <a:ext uri="{FF2B5EF4-FFF2-40B4-BE49-F238E27FC236}">
                  <a16:creationId xmlns:a16="http://schemas.microsoft.com/office/drawing/2014/main" id="{63C22AFA-A2F7-515A-9C97-F9991D6A288F}"/>
                </a:ext>
              </a:extLst>
            </p:cNvPr>
            <p:cNvSpPr/>
            <p:nvPr/>
          </p:nvSpPr>
          <p:spPr>
            <a:xfrm>
              <a:off x="373057" y="1174447"/>
              <a:ext cx="8175707" cy="492155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cxnSp>
          <p:nvCxnSpPr>
            <p:cNvPr id="80" name="Straight Connector 79">
              <a:extLst>
                <a:ext uri="{FF2B5EF4-FFF2-40B4-BE49-F238E27FC236}">
                  <a16:creationId xmlns:a16="http://schemas.microsoft.com/office/drawing/2014/main" id="{084E83DC-2FD8-02B5-48C5-3C472CB47923}"/>
                </a:ext>
              </a:extLst>
            </p:cNvPr>
            <p:cNvCxnSpPr>
              <a:cxnSpLocks/>
              <a:stCxn id="19" idx="2"/>
            </p:cNvCxnSpPr>
            <p:nvPr/>
          </p:nvCxnSpPr>
          <p:spPr>
            <a:xfrm>
              <a:off x="2493895" y="2347259"/>
              <a:ext cx="0" cy="3491566"/>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05A4FAF-4FB2-49F1-52DC-289F2D6676D9}"/>
                </a:ext>
              </a:extLst>
            </p:cNvPr>
            <p:cNvCxnSpPr>
              <a:cxnSpLocks/>
            </p:cNvCxnSpPr>
            <p:nvPr/>
          </p:nvCxnSpPr>
          <p:spPr>
            <a:xfrm>
              <a:off x="4838462" y="2350153"/>
              <a:ext cx="0" cy="3631547"/>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9C62EF0-FE5C-F2ED-1BC9-4997272270FB}"/>
                </a:ext>
              </a:extLst>
            </p:cNvPr>
            <p:cNvCxnSpPr>
              <a:cxnSpLocks/>
            </p:cNvCxnSpPr>
            <p:nvPr/>
          </p:nvCxnSpPr>
          <p:spPr>
            <a:xfrm>
              <a:off x="7800274" y="2347260"/>
              <a:ext cx="0" cy="36344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52DAD8E-473F-C311-1AE0-5A99943C0942}"/>
                </a:ext>
              </a:extLst>
            </p:cNvPr>
            <p:cNvCxnSpPr>
              <a:cxnSpLocks/>
            </p:cNvCxnSpPr>
            <p:nvPr/>
          </p:nvCxnSpPr>
          <p:spPr>
            <a:xfrm>
              <a:off x="1102355" y="2347260"/>
              <a:ext cx="0" cy="3634440"/>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A05BA62-5F05-4021-F36D-741B6B97F78D}"/>
                </a:ext>
              </a:extLst>
            </p:cNvPr>
            <p:cNvSpPr/>
            <p:nvPr/>
          </p:nvSpPr>
          <p:spPr>
            <a:xfrm>
              <a:off x="1907549" y="182458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:Client</a:t>
              </a:r>
              <a:endParaRPr lang="en-US" sz="1000"/>
            </a:p>
          </p:txBody>
        </p:sp>
        <p:sp>
          <p:nvSpPr>
            <p:cNvPr id="20" name="Rectangle 19">
              <a:extLst>
                <a:ext uri="{FF2B5EF4-FFF2-40B4-BE49-F238E27FC236}">
                  <a16:creationId xmlns:a16="http://schemas.microsoft.com/office/drawing/2014/main" id="{828CD3AC-17D4-CCD6-07E7-E9A1CAFBCBE7}"/>
                </a:ext>
              </a:extLst>
            </p:cNvPr>
            <p:cNvSpPr/>
            <p:nvPr/>
          </p:nvSpPr>
          <p:spPr>
            <a:xfrm>
              <a:off x="4252117" y="182530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:Server</a:t>
              </a:r>
              <a:endParaRPr lang="en-US" sz="1000"/>
            </a:p>
          </p:txBody>
        </p:sp>
        <p:sp>
          <p:nvSpPr>
            <p:cNvPr id="22" name="Rectangle 21">
              <a:extLst>
                <a:ext uri="{FF2B5EF4-FFF2-40B4-BE49-F238E27FC236}">
                  <a16:creationId xmlns:a16="http://schemas.microsoft.com/office/drawing/2014/main" id="{51A8B6F3-473D-09BA-971F-675FDBDB0283}"/>
                </a:ext>
              </a:extLst>
            </p:cNvPr>
            <p:cNvSpPr/>
            <p:nvPr/>
          </p:nvSpPr>
          <p:spPr>
            <a:xfrm>
              <a:off x="7213928" y="1824580"/>
              <a:ext cx="1172691" cy="522679"/>
            </a:xfrm>
            <a:prstGeom prst="rect">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u="sng">
                  <a:solidFill>
                    <a:srgbClr val="000000"/>
                  </a:solidFill>
                  <a:latin typeface="Arial" panose="020B0604020202020204" pitchFamily="34" charset="0"/>
                </a:rPr>
                <a:t>:Database</a:t>
              </a:r>
              <a:endParaRPr lang="en-US" sz="1000"/>
            </a:p>
          </p:txBody>
        </p:sp>
        <p:grpSp>
          <p:nvGrpSpPr>
            <p:cNvPr id="24" name="Group 23">
              <a:extLst>
                <a:ext uri="{FF2B5EF4-FFF2-40B4-BE49-F238E27FC236}">
                  <a16:creationId xmlns:a16="http://schemas.microsoft.com/office/drawing/2014/main" id="{BD17A156-6FF8-D2C6-0738-70A48FC2D3D1}"/>
                </a:ext>
              </a:extLst>
            </p:cNvPr>
            <p:cNvGrpSpPr/>
            <p:nvPr/>
          </p:nvGrpSpPr>
          <p:grpSpPr>
            <a:xfrm>
              <a:off x="485854" y="1584019"/>
              <a:ext cx="1215766" cy="808020"/>
              <a:chOff x="-244629" y="924202"/>
              <a:chExt cx="1304725" cy="867143"/>
            </a:xfrm>
          </p:grpSpPr>
          <p:grpSp>
            <p:nvGrpSpPr>
              <p:cNvPr id="73" name="Group 72">
                <a:extLst>
                  <a:ext uri="{FF2B5EF4-FFF2-40B4-BE49-F238E27FC236}">
                    <a16:creationId xmlns:a16="http://schemas.microsoft.com/office/drawing/2014/main" id="{4EA4F1ED-6D4C-D632-D8C2-3A980817E9DE}"/>
                  </a:ext>
                </a:extLst>
              </p:cNvPr>
              <p:cNvGrpSpPr/>
              <p:nvPr/>
            </p:nvGrpSpPr>
            <p:grpSpPr>
              <a:xfrm>
                <a:off x="232341" y="924202"/>
                <a:ext cx="350785" cy="602906"/>
                <a:chOff x="1044226" y="1792224"/>
                <a:chExt cx="493522" cy="848233"/>
              </a:xfrm>
            </p:grpSpPr>
            <p:sp>
              <p:nvSpPr>
                <p:cNvPr id="75" name="Oval 74">
                  <a:extLst>
                    <a:ext uri="{FF2B5EF4-FFF2-40B4-BE49-F238E27FC236}">
                      <a16:creationId xmlns:a16="http://schemas.microsoft.com/office/drawing/2014/main" id="{72907E6B-2FFE-1292-9AA0-4EAAEACBEDB3}"/>
                    </a:ext>
                  </a:extLst>
                </p:cNvPr>
                <p:cNvSpPr/>
                <p:nvPr/>
              </p:nvSpPr>
              <p:spPr>
                <a:xfrm>
                  <a:off x="1106424" y="1792224"/>
                  <a:ext cx="374904" cy="374904"/>
                </a:xfrm>
                <a:prstGeom prst="ellipse">
                  <a:avLst/>
                </a:prstGeom>
                <a:solidFill>
                  <a:srgbClr val="FFFFCC"/>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b="1"/>
                </a:p>
              </p:txBody>
            </p:sp>
            <p:cxnSp>
              <p:nvCxnSpPr>
                <p:cNvPr id="76" name="Straight Connector 75">
                  <a:extLst>
                    <a:ext uri="{FF2B5EF4-FFF2-40B4-BE49-F238E27FC236}">
                      <a16:creationId xmlns:a16="http://schemas.microsoft.com/office/drawing/2014/main" id="{5A810F70-6CDA-B9D4-B64F-553CA91FF04B}"/>
                    </a:ext>
                  </a:extLst>
                </p:cNvPr>
                <p:cNvCxnSpPr>
                  <a:cxnSpLocks/>
                  <a:stCxn id="75" idx="4"/>
                </p:cNvCxnSpPr>
                <p:nvPr/>
              </p:nvCxnSpPr>
              <p:spPr>
                <a:xfrm>
                  <a:off x="1293876" y="2167128"/>
                  <a:ext cx="0" cy="298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5F79188-C618-2E74-1336-6B9092FFB72F}"/>
                    </a:ext>
                  </a:extLst>
                </p:cNvPr>
                <p:cNvCxnSpPr>
                  <a:cxnSpLocks/>
                </p:cNvCxnSpPr>
                <p:nvPr/>
              </p:nvCxnSpPr>
              <p:spPr>
                <a:xfrm flipH="1">
                  <a:off x="1044226" y="2235200"/>
                  <a:ext cx="4935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A3FABB5-A8CE-E5BE-B353-880CB655BED0}"/>
                    </a:ext>
                  </a:extLst>
                </p:cNvPr>
                <p:cNvCxnSpPr>
                  <a:cxnSpLocks/>
                </p:cNvCxnSpPr>
                <p:nvPr/>
              </p:nvCxnSpPr>
              <p:spPr>
                <a:xfrm flipH="1" flipV="1">
                  <a:off x="1290987" y="2443607"/>
                  <a:ext cx="192786" cy="1968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1387AD3-9F60-0AA6-5180-0425A2577951}"/>
                    </a:ext>
                  </a:extLst>
                </p:cNvPr>
                <p:cNvCxnSpPr>
                  <a:cxnSpLocks/>
                </p:cNvCxnSpPr>
                <p:nvPr/>
              </p:nvCxnSpPr>
              <p:spPr>
                <a:xfrm flipV="1">
                  <a:off x="1108361" y="2449957"/>
                  <a:ext cx="182626" cy="1905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AF765D38-0887-F7D5-24B7-E6369149B768}"/>
                  </a:ext>
                </a:extLst>
              </p:cNvPr>
              <p:cNvSpPr txBox="1"/>
              <p:nvPr/>
            </p:nvSpPr>
            <p:spPr>
              <a:xfrm>
                <a:off x="-244629" y="1527108"/>
                <a:ext cx="1304725" cy="264237"/>
              </a:xfrm>
              <a:prstGeom prst="rect">
                <a:avLst/>
              </a:prstGeom>
              <a:noFill/>
            </p:spPr>
            <p:txBody>
              <a:bodyPr wrap="square" rtlCol="0">
                <a:spAutoFit/>
              </a:bodyPr>
              <a:lstStyle/>
              <a:p>
                <a:pPr algn="ctr"/>
                <a:r>
                  <a:rPr lang="en-US" sz="1000" b="1"/>
                  <a:t>LEADER/MEMBER</a:t>
                </a:r>
              </a:p>
            </p:txBody>
          </p:sp>
        </p:grpSp>
        <p:sp>
          <p:nvSpPr>
            <p:cNvPr id="25" name="Rectangle 24">
              <a:extLst>
                <a:ext uri="{FF2B5EF4-FFF2-40B4-BE49-F238E27FC236}">
                  <a16:creationId xmlns:a16="http://schemas.microsoft.com/office/drawing/2014/main" id="{7D961A02-17ED-6E44-2E2D-91C2BEFECFA7}"/>
                </a:ext>
              </a:extLst>
            </p:cNvPr>
            <p:cNvSpPr/>
            <p:nvPr/>
          </p:nvSpPr>
          <p:spPr>
            <a:xfrm>
              <a:off x="2431765" y="2618203"/>
              <a:ext cx="124257" cy="3264065"/>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6" name="Group 25">
              <a:extLst>
                <a:ext uri="{FF2B5EF4-FFF2-40B4-BE49-F238E27FC236}">
                  <a16:creationId xmlns:a16="http://schemas.microsoft.com/office/drawing/2014/main" id="{079AE964-C3DA-9C0E-4F2A-DAAB4974F315}"/>
                </a:ext>
              </a:extLst>
            </p:cNvPr>
            <p:cNvGrpSpPr/>
            <p:nvPr/>
          </p:nvGrpSpPr>
          <p:grpSpPr>
            <a:xfrm>
              <a:off x="1112345" y="2392039"/>
              <a:ext cx="1316180" cy="246221"/>
              <a:chOff x="432780" y="1666816"/>
              <a:chExt cx="1412485" cy="264237"/>
            </a:xfrm>
          </p:grpSpPr>
          <p:sp>
            <p:nvSpPr>
              <p:cNvPr id="70" name="TextBox 69">
                <a:extLst>
                  <a:ext uri="{FF2B5EF4-FFF2-40B4-BE49-F238E27FC236}">
                    <a16:creationId xmlns:a16="http://schemas.microsoft.com/office/drawing/2014/main" id="{CFB0B149-F3C2-F356-5627-BB341457A7AA}"/>
                  </a:ext>
                </a:extLst>
              </p:cNvPr>
              <p:cNvSpPr txBox="1"/>
              <p:nvPr/>
            </p:nvSpPr>
            <p:spPr>
              <a:xfrm>
                <a:off x="646832" y="1666816"/>
                <a:ext cx="906939" cy="264237"/>
              </a:xfrm>
              <a:prstGeom prst="rect">
                <a:avLst/>
              </a:prstGeom>
              <a:noFill/>
            </p:spPr>
            <p:txBody>
              <a:bodyPr wrap="none" rtlCol="0">
                <a:spAutoFit/>
              </a:bodyPr>
              <a:lstStyle/>
              <a:p>
                <a:r>
                  <a:rPr lang="en-US" sz="1000"/>
                  <a:t>click “Leave”</a:t>
                </a:r>
              </a:p>
            </p:txBody>
          </p:sp>
          <p:cxnSp>
            <p:nvCxnSpPr>
              <p:cNvPr id="72" name="Straight Arrow Connector 71">
                <a:extLst>
                  <a:ext uri="{FF2B5EF4-FFF2-40B4-BE49-F238E27FC236}">
                    <a16:creationId xmlns:a16="http://schemas.microsoft.com/office/drawing/2014/main" id="{A90F3D9C-1BED-E35E-3CDA-6BE67A969753}"/>
                  </a:ext>
                </a:extLst>
              </p:cNvPr>
              <p:cNvCxnSpPr>
                <a:cxnSpLocks/>
              </p:cNvCxnSpPr>
              <p:nvPr/>
            </p:nvCxnSpPr>
            <p:spPr>
              <a:xfrm>
                <a:off x="432780" y="1922259"/>
                <a:ext cx="14124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EBD6F74D-D43E-5106-7DC3-ECBB55988334}"/>
                </a:ext>
              </a:extLst>
            </p:cNvPr>
            <p:cNvSpPr/>
            <p:nvPr/>
          </p:nvSpPr>
          <p:spPr>
            <a:xfrm>
              <a:off x="4774608" y="2981241"/>
              <a:ext cx="124257" cy="2702311"/>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28" name="Group 27">
              <a:extLst>
                <a:ext uri="{FF2B5EF4-FFF2-40B4-BE49-F238E27FC236}">
                  <a16:creationId xmlns:a16="http://schemas.microsoft.com/office/drawing/2014/main" id="{CE9B6B5F-D209-A9D0-39CC-45EFCC76A9C9}"/>
                </a:ext>
              </a:extLst>
            </p:cNvPr>
            <p:cNvGrpSpPr/>
            <p:nvPr/>
          </p:nvGrpSpPr>
          <p:grpSpPr>
            <a:xfrm>
              <a:off x="2519009" y="2715797"/>
              <a:ext cx="2292615" cy="265442"/>
              <a:chOff x="257571" y="1637394"/>
              <a:chExt cx="2460369" cy="284865"/>
            </a:xfrm>
          </p:grpSpPr>
          <p:sp>
            <p:nvSpPr>
              <p:cNvPr id="66" name="TextBox 65">
                <a:extLst>
                  <a:ext uri="{FF2B5EF4-FFF2-40B4-BE49-F238E27FC236}">
                    <a16:creationId xmlns:a16="http://schemas.microsoft.com/office/drawing/2014/main" id="{95C15DA8-E122-7656-81A2-191A5CFE7A22}"/>
                  </a:ext>
                </a:extLst>
              </p:cNvPr>
              <p:cNvSpPr txBox="1"/>
              <p:nvPr/>
            </p:nvSpPr>
            <p:spPr>
              <a:xfrm>
                <a:off x="257571" y="1637394"/>
                <a:ext cx="2460369" cy="264237"/>
              </a:xfrm>
              <a:prstGeom prst="rect">
                <a:avLst/>
              </a:prstGeom>
              <a:noFill/>
            </p:spPr>
            <p:txBody>
              <a:bodyPr wrap="none" rtlCol="0">
                <a:spAutoFit/>
              </a:bodyPr>
              <a:lstStyle/>
              <a:p>
                <a:r>
                  <a:rPr lang="en-US" sz="1000"/>
                  <a:t>POST /api/projects/:id/leave {appToken}</a:t>
                </a:r>
              </a:p>
            </p:txBody>
          </p:sp>
          <p:cxnSp>
            <p:nvCxnSpPr>
              <p:cNvPr id="68" name="Straight Arrow Connector 67">
                <a:extLst>
                  <a:ext uri="{FF2B5EF4-FFF2-40B4-BE49-F238E27FC236}">
                    <a16:creationId xmlns:a16="http://schemas.microsoft.com/office/drawing/2014/main" id="{59973288-3519-B01E-E9D5-71C4431F906C}"/>
                  </a:ext>
                </a:extLst>
              </p:cNvPr>
              <p:cNvCxnSpPr>
                <a:cxnSpLocks/>
              </p:cNvCxnSpPr>
              <p:nvPr/>
            </p:nvCxnSpPr>
            <p:spPr>
              <a:xfrm>
                <a:off x="299669" y="1922259"/>
                <a:ext cx="23689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602FB0B-804C-121D-5F7F-80A82AAEEFD5}"/>
                </a:ext>
              </a:extLst>
            </p:cNvPr>
            <p:cNvGrpSpPr/>
            <p:nvPr/>
          </p:nvGrpSpPr>
          <p:grpSpPr>
            <a:xfrm>
              <a:off x="4908734" y="4086326"/>
              <a:ext cx="2813799" cy="246221"/>
              <a:chOff x="432780" y="1274111"/>
              <a:chExt cx="3019691" cy="264237"/>
            </a:xfrm>
          </p:grpSpPr>
          <p:sp>
            <p:nvSpPr>
              <p:cNvPr id="64" name="TextBox 63">
                <a:extLst>
                  <a:ext uri="{FF2B5EF4-FFF2-40B4-BE49-F238E27FC236}">
                    <a16:creationId xmlns:a16="http://schemas.microsoft.com/office/drawing/2014/main" id="{4E433179-3F6C-7F1A-DF24-8D3D89CFF56C}"/>
                  </a:ext>
                </a:extLst>
              </p:cNvPr>
              <p:cNvSpPr txBox="1"/>
              <p:nvPr/>
            </p:nvSpPr>
            <p:spPr>
              <a:xfrm>
                <a:off x="571762" y="1274111"/>
                <a:ext cx="2209207" cy="264237"/>
              </a:xfrm>
              <a:prstGeom prst="rect">
                <a:avLst/>
              </a:prstGeom>
              <a:noFill/>
            </p:spPr>
            <p:txBody>
              <a:bodyPr wrap="none" rtlCol="0">
                <a:spAutoFit/>
              </a:bodyPr>
              <a:lstStyle/>
              <a:p>
                <a:r>
                  <a:rPr lang="en-US" sz="1000"/>
                  <a:t>findProjectById(invitation.projectId)</a:t>
                </a:r>
              </a:p>
            </p:txBody>
          </p:sp>
          <p:cxnSp>
            <p:nvCxnSpPr>
              <p:cNvPr id="65" name="Straight Arrow Connector 64">
                <a:extLst>
                  <a:ext uri="{FF2B5EF4-FFF2-40B4-BE49-F238E27FC236}">
                    <a16:creationId xmlns:a16="http://schemas.microsoft.com/office/drawing/2014/main" id="{3B3C12AC-8EFE-4397-542B-E4CB882A342E}"/>
                  </a:ext>
                </a:extLst>
              </p:cNvPr>
              <p:cNvCxnSpPr>
                <a:cxnSpLocks/>
              </p:cNvCxnSpPr>
              <p:nvPr/>
            </p:nvCxnSpPr>
            <p:spPr>
              <a:xfrm>
                <a:off x="432780" y="1538348"/>
                <a:ext cx="30196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73D5558E-B76A-5AFE-078C-BBA3A2A48180}"/>
                </a:ext>
              </a:extLst>
            </p:cNvPr>
            <p:cNvSpPr/>
            <p:nvPr/>
          </p:nvSpPr>
          <p:spPr>
            <a:xfrm>
              <a:off x="7738144" y="4326300"/>
              <a:ext cx="124257" cy="235627"/>
            </a:xfrm>
            <a:prstGeom prst="rect">
              <a:avLst/>
            </a:prstGeom>
            <a:solidFill>
              <a:schemeClr val="bg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nvGrpSpPr>
            <p:cNvPr id="31" name="Group 30">
              <a:extLst>
                <a:ext uri="{FF2B5EF4-FFF2-40B4-BE49-F238E27FC236}">
                  <a16:creationId xmlns:a16="http://schemas.microsoft.com/office/drawing/2014/main" id="{E19291F5-DA8C-91D6-22D4-A4D74714AAF8}"/>
                </a:ext>
              </a:extLst>
            </p:cNvPr>
            <p:cNvGrpSpPr/>
            <p:nvPr/>
          </p:nvGrpSpPr>
          <p:grpSpPr>
            <a:xfrm>
              <a:off x="4905997" y="4330816"/>
              <a:ext cx="2807011" cy="246221"/>
              <a:chOff x="1505858" y="2498990"/>
              <a:chExt cx="3012401" cy="264237"/>
            </a:xfrm>
          </p:grpSpPr>
          <p:sp>
            <p:nvSpPr>
              <p:cNvPr id="62" name="TextBox 61">
                <a:extLst>
                  <a:ext uri="{FF2B5EF4-FFF2-40B4-BE49-F238E27FC236}">
                    <a16:creationId xmlns:a16="http://schemas.microsoft.com/office/drawing/2014/main" id="{692ECC25-897C-A147-4988-C7FE1A44946E}"/>
                  </a:ext>
                </a:extLst>
              </p:cNvPr>
              <p:cNvSpPr txBox="1"/>
              <p:nvPr/>
            </p:nvSpPr>
            <p:spPr>
              <a:xfrm>
                <a:off x="2716531" y="2498990"/>
                <a:ext cx="597287" cy="264237"/>
              </a:xfrm>
              <a:prstGeom prst="rect">
                <a:avLst/>
              </a:prstGeom>
              <a:noFill/>
            </p:spPr>
            <p:txBody>
              <a:bodyPr wrap="none" rtlCol="0">
                <a:spAutoFit/>
              </a:bodyPr>
              <a:lstStyle/>
              <a:p>
                <a:r>
                  <a:rPr lang="en-US" sz="1000"/>
                  <a:t>project</a:t>
                </a:r>
              </a:p>
            </p:txBody>
          </p:sp>
          <p:cxnSp>
            <p:nvCxnSpPr>
              <p:cNvPr id="63" name="Straight Arrow Connector 62">
                <a:extLst>
                  <a:ext uri="{FF2B5EF4-FFF2-40B4-BE49-F238E27FC236}">
                    <a16:creationId xmlns:a16="http://schemas.microsoft.com/office/drawing/2014/main" id="{12F47A85-6087-09D9-31B6-3AB8EDF56850}"/>
                  </a:ext>
                </a:extLst>
              </p:cNvPr>
              <p:cNvCxnSpPr>
                <a:cxnSpLocks/>
              </p:cNvCxnSpPr>
              <p:nvPr/>
            </p:nvCxnSpPr>
            <p:spPr>
              <a:xfrm>
                <a:off x="1505858" y="2742599"/>
                <a:ext cx="3012401"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2A641119-09ED-A541-2B39-55D4669A9B05}"/>
                </a:ext>
              </a:extLst>
            </p:cNvPr>
            <p:cNvGrpSpPr/>
            <p:nvPr/>
          </p:nvGrpSpPr>
          <p:grpSpPr>
            <a:xfrm>
              <a:off x="4725669" y="2979297"/>
              <a:ext cx="1364722" cy="246221"/>
              <a:chOff x="5224464" y="3479392"/>
              <a:chExt cx="1364722" cy="246221"/>
            </a:xfrm>
          </p:grpSpPr>
          <p:sp>
            <p:nvSpPr>
              <p:cNvPr id="37" name="TextBox 36">
                <a:extLst>
                  <a:ext uri="{FF2B5EF4-FFF2-40B4-BE49-F238E27FC236}">
                    <a16:creationId xmlns:a16="http://schemas.microsoft.com/office/drawing/2014/main" id="{8137AE09-AEA3-9366-9B2B-E01A2E68B857}"/>
                  </a:ext>
                </a:extLst>
              </p:cNvPr>
              <p:cNvSpPr txBox="1"/>
              <p:nvPr/>
            </p:nvSpPr>
            <p:spPr>
              <a:xfrm>
                <a:off x="5569355" y="3479392"/>
                <a:ext cx="1019831" cy="246221"/>
              </a:xfrm>
              <a:prstGeom prst="rect">
                <a:avLst/>
              </a:prstGeom>
              <a:noFill/>
            </p:spPr>
            <p:txBody>
              <a:bodyPr wrap="none" rtlCol="0">
                <a:spAutoFit/>
              </a:bodyPr>
              <a:lstStyle/>
              <a:p>
                <a:r>
                  <a:rPr lang="en-US" sz="1000"/>
                  <a:t>verify appToken</a:t>
                </a:r>
              </a:p>
            </p:txBody>
          </p:sp>
          <p:sp>
            <p:nvSpPr>
              <p:cNvPr id="38" name="Arc 37">
                <a:extLst>
                  <a:ext uri="{FF2B5EF4-FFF2-40B4-BE49-F238E27FC236}">
                    <a16:creationId xmlns:a16="http://schemas.microsoft.com/office/drawing/2014/main" id="{41068FF4-A26D-6E0B-688E-C429342195A5}"/>
                  </a:ext>
                </a:extLst>
              </p:cNvPr>
              <p:cNvSpPr/>
              <p:nvPr/>
            </p:nvSpPr>
            <p:spPr>
              <a:xfrm>
                <a:off x="5224464" y="3492801"/>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41" name="Group 40">
              <a:extLst>
                <a:ext uri="{FF2B5EF4-FFF2-40B4-BE49-F238E27FC236}">
                  <a16:creationId xmlns:a16="http://schemas.microsoft.com/office/drawing/2014/main" id="{4307ADC5-F366-A3AD-A86D-4F6CBB510A10}"/>
                </a:ext>
              </a:extLst>
            </p:cNvPr>
            <p:cNvGrpSpPr/>
            <p:nvPr/>
          </p:nvGrpSpPr>
          <p:grpSpPr>
            <a:xfrm>
              <a:off x="1104585" y="5636047"/>
              <a:ext cx="1330817" cy="246221"/>
              <a:chOff x="1588819" y="-1503191"/>
              <a:chExt cx="1428193" cy="264237"/>
            </a:xfrm>
          </p:grpSpPr>
          <p:sp>
            <p:nvSpPr>
              <p:cNvPr id="53" name="TextBox 52">
                <a:extLst>
                  <a:ext uri="{FF2B5EF4-FFF2-40B4-BE49-F238E27FC236}">
                    <a16:creationId xmlns:a16="http://schemas.microsoft.com/office/drawing/2014/main" id="{B90B5EE7-DCCE-486C-2748-7D3A23DFF3DA}"/>
                  </a:ext>
                </a:extLst>
              </p:cNvPr>
              <p:cNvSpPr txBox="1"/>
              <p:nvPr/>
            </p:nvSpPr>
            <p:spPr>
              <a:xfrm>
                <a:off x="1811199" y="-1503191"/>
                <a:ext cx="802001" cy="264237"/>
              </a:xfrm>
              <a:prstGeom prst="rect">
                <a:avLst/>
              </a:prstGeom>
              <a:noFill/>
            </p:spPr>
            <p:txBody>
              <a:bodyPr wrap="none" rtlCol="0">
                <a:spAutoFit/>
              </a:bodyPr>
              <a:lstStyle/>
              <a:p>
                <a:r>
                  <a:rPr lang="en-US" sz="1000"/>
                  <a:t>Projects UI</a:t>
                </a:r>
              </a:p>
            </p:txBody>
          </p:sp>
          <p:cxnSp>
            <p:nvCxnSpPr>
              <p:cNvPr id="54" name="Straight Arrow Connector 53">
                <a:extLst>
                  <a:ext uri="{FF2B5EF4-FFF2-40B4-BE49-F238E27FC236}">
                    <a16:creationId xmlns:a16="http://schemas.microsoft.com/office/drawing/2014/main" id="{94B5B953-20D8-BC7F-7DE7-D9F7B003CB37}"/>
                  </a:ext>
                </a:extLst>
              </p:cNvPr>
              <p:cNvCxnSpPr>
                <a:cxnSpLocks/>
              </p:cNvCxnSpPr>
              <p:nvPr/>
            </p:nvCxnSpPr>
            <p:spPr>
              <a:xfrm>
                <a:off x="1588819" y="-1259581"/>
                <a:ext cx="1428193"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FBBC6EC2-0389-BCA4-663F-53A5EC6147DC}"/>
                </a:ext>
              </a:extLst>
            </p:cNvPr>
            <p:cNvGrpSpPr/>
            <p:nvPr/>
          </p:nvGrpSpPr>
          <p:grpSpPr>
            <a:xfrm>
              <a:off x="373057" y="1177192"/>
              <a:ext cx="3028995" cy="291001"/>
              <a:chOff x="390525" y="882584"/>
              <a:chExt cx="3028995" cy="291001"/>
            </a:xfrm>
          </p:grpSpPr>
          <p:sp>
            <p:nvSpPr>
              <p:cNvPr id="51" name="Rectangle: Single Corner Snipped 50">
                <a:extLst>
                  <a:ext uri="{FF2B5EF4-FFF2-40B4-BE49-F238E27FC236}">
                    <a16:creationId xmlns:a16="http://schemas.microsoft.com/office/drawing/2014/main" id="{5574AF38-0D8A-82D6-D5F4-89B51F5F06C9}"/>
                  </a:ext>
                </a:extLst>
              </p:cNvPr>
              <p:cNvSpPr/>
              <p:nvPr/>
            </p:nvSpPr>
            <p:spPr>
              <a:xfrm flipV="1">
                <a:off x="390525" y="882584"/>
                <a:ext cx="3028995" cy="291001"/>
              </a:xfrm>
              <a:prstGeom prst="snip1Rect">
                <a:avLst>
                  <a:gd name="adj" fmla="val 50000"/>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2" name="TextBox 51">
                <a:extLst>
                  <a:ext uri="{FF2B5EF4-FFF2-40B4-BE49-F238E27FC236}">
                    <a16:creationId xmlns:a16="http://schemas.microsoft.com/office/drawing/2014/main" id="{A60DE005-1DDF-A441-B1F8-2B800093B390}"/>
                  </a:ext>
                </a:extLst>
              </p:cNvPr>
              <p:cNvSpPr txBox="1"/>
              <p:nvPr/>
            </p:nvSpPr>
            <p:spPr>
              <a:xfrm>
                <a:off x="1427615" y="890211"/>
                <a:ext cx="816762" cy="276999"/>
              </a:xfrm>
              <a:prstGeom prst="rect">
                <a:avLst/>
              </a:prstGeom>
              <a:noFill/>
            </p:spPr>
            <p:txBody>
              <a:bodyPr wrap="none" rtlCol="0">
                <a:spAutoFit/>
              </a:bodyPr>
              <a:lstStyle/>
              <a:p>
                <a:r>
                  <a:rPr lang="en-US" sz="1200" b="1"/>
                  <a:t>Rời dự án</a:t>
                </a:r>
              </a:p>
            </p:txBody>
          </p:sp>
        </p:grpSp>
        <p:grpSp>
          <p:nvGrpSpPr>
            <p:cNvPr id="7" name="Group 6">
              <a:extLst>
                <a:ext uri="{FF2B5EF4-FFF2-40B4-BE49-F238E27FC236}">
                  <a16:creationId xmlns:a16="http://schemas.microsoft.com/office/drawing/2014/main" id="{BFD357E3-442D-F032-779C-F53BA6BD25BE}"/>
                </a:ext>
              </a:extLst>
            </p:cNvPr>
            <p:cNvGrpSpPr/>
            <p:nvPr/>
          </p:nvGrpSpPr>
          <p:grpSpPr>
            <a:xfrm>
              <a:off x="4725669" y="4711616"/>
              <a:ext cx="1055342" cy="246221"/>
              <a:chOff x="5282292" y="4811200"/>
              <a:chExt cx="1055342" cy="246221"/>
            </a:xfrm>
          </p:grpSpPr>
          <p:sp>
            <p:nvSpPr>
              <p:cNvPr id="84" name="TextBox 83">
                <a:extLst>
                  <a:ext uri="{FF2B5EF4-FFF2-40B4-BE49-F238E27FC236}">
                    <a16:creationId xmlns:a16="http://schemas.microsoft.com/office/drawing/2014/main" id="{7EDEAA7C-4B5E-CFCA-F560-2D16F21CD726}"/>
                  </a:ext>
                </a:extLst>
              </p:cNvPr>
              <p:cNvSpPr txBox="1"/>
              <p:nvPr/>
            </p:nvSpPr>
            <p:spPr>
              <a:xfrm>
                <a:off x="5627183" y="4811200"/>
                <a:ext cx="710451" cy="246221"/>
              </a:xfrm>
              <a:prstGeom prst="rect">
                <a:avLst/>
              </a:prstGeom>
              <a:noFill/>
            </p:spPr>
            <p:txBody>
              <a:bodyPr wrap="none" rtlCol="0">
                <a:spAutoFit/>
              </a:bodyPr>
              <a:lstStyle/>
              <a:p>
                <a:r>
                  <a:rPr lang="en-US" sz="1000"/>
                  <a:t>verify role</a:t>
                </a:r>
              </a:p>
            </p:txBody>
          </p:sp>
          <p:sp>
            <p:nvSpPr>
              <p:cNvPr id="85" name="Arc 84">
                <a:extLst>
                  <a:ext uri="{FF2B5EF4-FFF2-40B4-BE49-F238E27FC236}">
                    <a16:creationId xmlns:a16="http://schemas.microsoft.com/office/drawing/2014/main" id="{E76C9C65-2496-982B-2D93-DB755D0E26D3}"/>
                  </a:ext>
                </a:extLst>
              </p:cNvPr>
              <p:cNvSpPr/>
              <p:nvPr/>
            </p:nvSpPr>
            <p:spPr>
              <a:xfrm>
                <a:off x="5282292" y="4824609"/>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grpSp>
          <p:nvGrpSpPr>
            <p:cNvPr id="67" name="Group 66">
              <a:extLst>
                <a:ext uri="{FF2B5EF4-FFF2-40B4-BE49-F238E27FC236}">
                  <a16:creationId xmlns:a16="http://schemas.microsoft.com/office/drawing/2014/main" id="{A6AAF82B-E622-4500-4D2A-44047363DA77}"/>
                </a:ext>
              </a:extLst>
            </p:cNvPr>
            <p:cNvGrpSpPr/>
            <p:nvPr/>
          </p:nvGrpSpPr>
          <p:grpSpPr>
            <a:xfrm>
              <a:off x="2552781" y="5423714"/>
              <a:ext cx="2231944" cy="246221"/>
              <a:chOff x="868963" y="2498990"/>
              <a:chExt cx="2395257" cy="264237"/>
            </a:xfrm>
          </p:grpSpPr>
          <p:sp>
            <p:nvSpPr>
              <p:cNvPr id="69" name="TextBox 68">
                <a:extLst>
                  <a:ext uri="{FF2B5EF4-FFF2-40B4-BE49-F238E27FC236}">
                    <a16:creationId xmlns:a16="http://schemas.microsoft.com/office/drawing/2014/main" id="{CC2C7FB4-A7BA-B224-35BA-812D81FD4540}"/>
                  </a:ext>
                </a:extLst>
              </p:cNvPr>
              <p:cNvSpPr txBox="1"/>
              <p:nvPr/>
            </p:nvSpPr>
            <p:spPr>
              <a:xfrm>
                <a:off x="1525021" y="2498990"/>
                <a:ext cx="1244118" cy="264237"/>
              </a:xfrm>
              <a:prstGeom prst="rect">
                <a:avLst/>
              </a:prstGeom>
              <a:noFill/>
            </p:spPr>
            <p:txBody>
              <a:bodyPr wrap="none" rtlCol="0">
                <a:spAutoFit/>
              </a:bodyPr>
              <a:lstStyle/>
              <a:p>
                <a:r>
                  <a:rPr lang="en-US" sz="1000"/>
                  <a:t>200, “successfully”</a:t>
                </a:r>
              </a:p>
            </p:txBody>
          </p:sp>
          <p:cxnSp>
            <p:nvCxnSpPr>
              <p:cNvPr id="71" name="Straight Arrow Connector 70">
                <a:extLst>
                  <a:ext uri="{FF2B5EF4-FFF2-40B4-BE49-F238E27FC236}">
                    <a16:creationId xmlns:a16="http://schemas.microsoft.com/office/drawing/2014/main" id="{9DA41923-0796-92F7-501F-95DC13E276FE}"/>
                  </a:ext>
                </a:extLst>
              </p:cNvPr>
              <p:cNvCxnSpPr>
                <a:cxnSpLocks/>
              </p:cNvCxnSpPr>
              <p:nvPr/>
            </p:nvCxnSpPr>
            <p:spPr>
              <a:xfrm>
                <a:off x="868963" y="2742599"/>
                <a:ext cx="2395257" cy="0"/>
              </a:xfrm>
              <a:prstGeom prst="straightConnector1">
                <a:avLst/>
              </a:prstGeom>
              <a:ln>
                <a:solidFill>
                  <a:schemeClr val="tx1"/>
                </a:solidFill>
                <a:prstDash val="lgDash"/>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487A3556-44A0-9946-4438-6280D13659A8}"/>
                </a:ext>
              </a:extLst>
            </p:cNvPr>
            <p:cNvGrpSpPr/>
            <p:nvPr/>
          </p:nvGrpSpPr>
          <p:grpSpPr>
            <a:xfrm>
              <a:off x="4908734" y="5259138"/>
              <a:ext cx="2906185" cy="246221"/>
              <a:chOff x="432780" y="1274111"/>
              <a:chExt cx="3118834" cy="264237"/>
            </a:xfrm>
          </p:grpSpPr>
          <p:sp>
            <p:nvSpPr>
              <p:cNvPr id="5" name="TextBox 4">
                <a:extLst>
                  <a:ext uri="{FF2B5EF4-FFF2-40B4-BE49-F238E27FC236}">
                    <a16:creationId xmlns:a16="http://schemas.microsoft.com/office/drawing/2014/main" id="{568B7A3D-3AC8-64C8-7702-5E818532FE29}"/>
                  </a:ext>
                </a:extLst>
              </p:cNvPr>
              <p:cNvSpPr txBox="1"/>
              <p:nvPr/>
            </p:nvSpPr>
            <p:spPr>
              <a:xfrm>
                <a:off x="559674" y="1274111"/>
                <a:ext cx="2991940" cy="264237"/>
              </a:xfrm>
              <a:prstGeom prst="rect">
                <a:avLst/>
              </a:prstGeom>
              <a:noFill/>
            </p:spPr>
            <p:txBody>
              <a:bodyPr wrap="none" rtlCol="0">
                <a:spAutoFit/>
              </a:bodyPr>
              <a:lstStyle/>
              <a:p>
                <a:r>
                  <a:rPr lang="en-US" sz="1000"/>
                  <a:t>deleteUserFromProjectMember(projectId, userId)</a:t>
                </a:r>
              </a:p>
            </p:txBody>
          </p:sp>
          <p:cxnSp>
            <p:nvCxnSpPr>
              <p:cNvPr id="6" name="Straight Arrow Connector 5">
                <a:extLst>
                  <a:ext uri="{FF2B5EF4-FFF2-40B4-BE49-F238E27FC236}">
                    <a16:creationId xmlns:a16="http://schemas.microsoft.com/office/drawing/2014/main" id="{B9306F85-0B73-1D2D-888C-5AC61ECCE322}"/>
                  </a:ext>
                </a:extLst>
              </p:cNvPr>
              <p:cNvCxnSpPr>
                <a:cxnSpLocks/>
              </p:cNvCxnSpPr>
              <p:nvPr/>
            </p:nvCxnSpPr>
            <p:spPr>
              <a:xfrm>
                <a:off x="432780" y="1538348"/>
                <a:ext cx="30989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08576F4A-1DC1-168D-AE40-1DE6F15B871E}"/>
                </a:ext>
              </a:extLst>
            </p:cNvPr>
            <p:cNvSpPr txBox="1"/>
            <p:nvPr/>
          </p:nvSpPr>
          <p:spPr>
            <a:xfrm>
              <a:off x="5072517" y="5027584"/>
              <a:ext cx="1927131" cy="246221"/>
            </a:xfrm>
            <a:prstGeom prst="rect">
              <a:avLst/>
            </a:prstGeom>
            <a:noFill/>
          </p:spPr>
          <p:txBody>
            <a:bodyPr wrap="none" rtlCol="0">
              <a:spAutoFit/>
            </a:bodyPr>
            <a:lstStyle/>
            <a:p>
              <a:r>
                <a:rPr lang="en-US" sz="1000"/>
                <a:t>Check for existence in the project</a:t>
              </a:r>
            </a:p>
          </p:txBody>
        </p:sp>
        <p:sp>
          <p:nvSpPr>
            <p:cNvPr id="10" name="Arc 9">
              <a:extLst>
                <a:ext uri="{FF2B5EF4-FFF2-40B4-BE49-F238E27FC236}">
                  <a16:creationId xmlns:a16="http://schemas.microsoft.com/office/drawing/2014/main" id="{6EA5ADAC-32FC-9340-E66E-77EAE182A55D}"/>
                </a:ext>
              </a:extLst>
            </p:cNvPr>
            <p:cNvSpPr/>
            <p:nvPr/>
          </p:nvSpPr>
          <p:spPr>
            <a:xfrm>
              <a:off x="4727626" y="5040993"/>
              <a:ext cx="356742" cy="217976"/>
            </a:xfrm>
            <a:prstGeom prst="arc">
              <a:avLst>
                <a:gd name="adj1" fmla="val 16200000"/>
                <a:gd name="adj2" fmla="val 53625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a:p>
          </p:txBody>
        </p:sp>
      </p:grpSp>
    </p:spTree>
    <p:extLst>
      <p:ext uri="{BB962C8B-B14F-4D97-AF65-F5344CB8AC3E}">
        <p14:creationId xmlns:p14="http://schemas.microsoft.com/office/powerpoint/2010/main" val="3503259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572EE-1D36-F45F-25DA-D8F86B83A4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D2F021-1D68-2C06-7E2A-489478CC51F3}"/>
              </a:ext>
            </a:extLst>
          </p:cNvPr>
          <p:cNvSpPr>
            <a:spLocks noGrp="1"/>
          </p:cNvSpPr>
          <p:nvPr>
            <p:ph type="sldNum" sz="quarter" idx="12"/>
          </p:nvPr>
        </p:nvSpPr>
        <p:spPr/>
        <p:txBody>
          <a:bodyPr/>
          <a:lstStyle/>
          <a:p>
            <a:fld id="{9EA0BE3B-158A-4EDF-80DC-E394A0D1600F}" type="slidenum">
              <a:rPr lang="en-US" smtClean="0"/>
              <a:pPr/>
              <a:t>35</a:t>
            </a:fld>
            <a:endParaRPr lang="en-US"/>
          </a:p>
        </p:txBody>
      </p:sp>
      <p:sp>
        <p:nvSpPr>
          <p:cNvPr id="3" name="Title 2">
            <a:extLst>
              <a:ext uri="{FF2B5EF4-FFF2-40B4-BE49-F238E27FC236}">
                <a16:creationId xmlns:a16="http://schemas.microsoft.com/office/drawing/2014/main" id="{A6FDFCA1-B53C-D8FD-4581-62C503C2E9C4}"/>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6CE9D790-FDA9-C82B-C31C-919A911A82C4}"/>
              </a:ext>
            </a:extLst>
          </p:cNvPr>
          <p:cNvSpPr>
            <a:spLocks noGrp="1"/>
          </p:cNvSpPr>
          <p:nvPr>
            <p:ph type="body" sz="quarter" idx="13"/>
          </p:nvPr>
        </p:nvSpPr>
        <p:spPr/>
        <p:txBody>
          <a:bodyPr/>
          <a:lstStyle/>
          <a:p>
            <a:r>
              <a:rPr lang="en-US">
                <a:solidFill>
                  <a:schemeClr val="bg1">
                    <a:lumMod val="65000"/>
                  </a:schemeClr>
                </a:solidFill>
              </a:rPr>
              <a:t>Tổng quan dự án</a:t>
            </a:r>
          </a:p>
          <a:p>
            <a:r>
              <a:rPr lang="en-US">
                <a:solidFill>
                  <a:schemeClr val="bg1">
                    <a:lumMod val="65000"/>
                  </a:schemeClr>
                </a:solidFill>
              </a:rPr>
              <a:t>Phân tích chức năng</a:t>
            </a:r>
          </a:p>
          <a:p>
            <a:r>
              <a:rPr lang="en-US"/>
              <a:t>Thiết kế cơ sở dữ liệu</a:t>
            </a:r>
          </a:p>
          <a:p>
            <a:r>
              <a:rPr lang="en-US">
                <a:solidFill>
                  <a:schemeClr val="bg1">
                    <a:lumMod val="65000"/>
                  </a:schemeClr>
                </a:solidFill>
              </a:rPr>
              <a:t>Thiết kế API</a:t>
            </a:r>
          </a:p>
          <a:p>
            <a:r>
              <a:rPr lang="en-US">
                <a:solidFill>
                  <a:schemeClr val="bg1">
                    <a:lumMod val="65000"/>
                  </a:schemeClr>
                </a:solidFill>
              </a:rPr>
              <a:t>Thiết kế giao diện (Mockup)</a:t>
            </a:r>
          </a:p>
        </p:txBody>
      </p:sp>
    </p:spTree>
    <p:extLst>
      <p:ext uri="{BB962C8B-B14F-4D97-AF65-F5344CB8AC3E}">
        <p14:creationId xmlns:p14="http://schemas.microsoft.com/office/powerpoint/2010/main" val="382366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B48FE-E63A-718E-E830-A058905746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E86BD4-F65C-69D3-1BB4-D27004695B17}"/>
              </a:ext>
            </a:extLst>
          </p:cNvPr>
          <p:cNvSpPr>
            <a:spLocks noGrp="1"/>
          </p:cNvSpPr>
          <p:nvPr>
            <p:ph type="sldNum" sz="quarter" idx="12"/>
          </p:nvPr>
        </p:nvSpPr>
        <p:spPr/>
        <p:txBody>
          <a:bodyPr/>
          <a:lstStyle/>
          <a:p>
            <a:fld id="{9EA0BE3B-158A-4EDF-80DC-E394A0D1600F}" type="slidenum">
              <a:rPr lang="en-US" smtClean="0"/>
              <a:pPr/>
              <a:t>36</a:t>
            </a:fld>
            <a:endParaRPr lang="en-US"/>
          </a:p>
        </p:txBody>
      </p:sp>
      <p:sp>
        <p:nvSpPr>
          <p:cNvPr id="3" name="Title 2">
            <a:extLst>
              <a:ext uri="{FF2B5EF4-FFF2-40B4-BE49-F238E27FC236}">
                <a16:creationId xmlns:a16="http://schemas.microsoft.com/office/drawing/2014/main" id="{E551A4B9-F8A2-FEA0-1240-F70FFDF15C6C}"/>
              </a:ext>
            </a:extLst>
          </p:cNvPr>
          <p:cNvSpPr>
            <a:spLocks noGrp="1"/>
          </p:cNvSpPr>
          <p:nvPr>
            <p:ph type="title"/>
          </p:nvPr>
        </p:nvSpPr>
        <p:spPr/>
        <p:txBody>
          <a:bodyPr/>
          <a:lstStyle/>
          <a:p>
            <a:r>
              <a:rPr lang="en-US"/>
              <a:t>Thiết kế CSDL – ERD</a:t>
            </a:r>
          </a:p>
        </p:txBody>
      </p:sp>
      <p:grpSp>
        <p:nvGrpSpPr>
          <p:cNvPr id="126" name="Group 125">
            <a:extLst>
              <a:ext uri="{FF2B5EF4-FFF2-40B4-BE49-F238E27FC236}">
                <a16:creationId xmlns:a16="http://schemas.microsoft.com/office/drawing/2014/main" id="{D7129AB6-652C-1DE1-7457-14BC9E7A62A3}"/>
              </a:ext>
            </a:extLst>
          </p:cNvPr>
          <p:cNvGrpSpPr/>
          <p:nvPr/>
        </p:nvGrpSpPr>
        <p:grpSpPr>
          <a:xfrm>
            <a:off x="1684879" y="1181080"/>
            <a:ext cx="5383434" cy="4908823"/>
            <a:chOff x="1684879" y="1181080"/>
            <a:chExt cx="5383434" cy="4908823"/>
          </a:xfrm>
        </p:grpSpPr>
        <p:sp>
          <p:nvSpPr>
            <p:cNvPr id="109" name="Rectangle 108">
              <a:extLst>
                <a:ext uri="{FF2B5EF4-FFF2-40B4-BE49-F238E27FC236}">
                  <a16:creationId xmlns:a16="http://schemas.microsoft.com/office/drawing/2014/main" id="{2D4DB092-C23C-6B65-1DB5-E75D354BCD3E}"/>
                </a:ext>
              </a:extLst>
            </p:cNvPr>
            <p:cNvSpPr/>
            <p:nvPr/>
          </p:nvSpPr>
          <p:spPr>
            <a:xfrm>
              <a:off x="1684879" y="1181080"/>
              <a:ext cx="5383434" cy="49088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E695DB5-6BEB-40DB-1AA5-62AC4ABC34F9}"/>
                </a:ext>
              </a:extLst>
            </p:cNvPr>
            <p:cNvCxnSpPr>
              <a:cxnSpLocks/>
              <a:stCxn id="26" idx="2"/>
              <a:endCxn id="54" idx="0"/>
            </p:cNvCxnSpPr>
            <p:nvPr/>
          </p:nvCxnSpPr>
          <p:spPr>
            <a:xfrm>
              <a:off x="4376596" y="2094638"/>
              <a:ext cx="0" cy="3785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310812C-12DB-B3AE-9E9C-B6C2F66C11F9}"/>
                </a:ext>
              </a:extLst>
            </p:cNvPr>
            <p:cNvCxnSpPr>
              <a:cxnSpLocks/>
              <a:stCxn id="9" idx="1"/>
              <a:endCxn id="8" idx="3"/>
            </p:cNvCxnSpPr>
            <p:nvPr/>
          </p:nvCxnSpPr>
          <p:spPr>
            <a:xfrm flipH="1">
              <a:off x="4975528" y="3760028"/>
              <a:ext cx="641056"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91132BD-445C-0064-B63E-65E9DD99DCE7}"/>
                </a:ext>
              </a:extLst>
            </p:cNvPr>
            <p:cNvCxnSpPr>
              <a:cxnSpLocks/>
              <a:stCxn id="8" idx="1"/>
              <a:endCxn id="10" idx="3"/>
            </p:cNvCxnSpPr>
            <p:nvPr/>
          </p:nvCxnSpPr>
          <p:spPr>
            <a:xfrm flipH="1" flipV="1">
              <a:off x="3120129" y="3760028"/>
              <a:ext cx="657535"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5816034A-C1F2-244D-6BB7-015DC2919548}"/>
                </a:ext>
              </a:extLst>
            </p:cNvPr>
            <p:cNvGrpSpPr/>
            <p:nvPr/>
          </p:nvGrpSpPr>
          <p:grpSpPr>
            <a:xfrm>
              <a:off x="1922265" y="3594135"/>
              <a:ext cx="1197864" cy="884291"/>
              <a:chOff x="1182242" y="3340100"/>
              <a:chExt cx="1197864" cy="884291"/>
            </a:xfrm>
          </p:grpSpPr>
          <p:sp>
            <p:nvSpPr>
              <p:cNvPr id="10" name="Rectangle 9">
                <a:extLst>
                  <a:ext uri="{FF2B5EF4-FFF2-40B4-BE49-F238E27FC236}">
                    <a16:creationId xmlns:a16="http://schemas.microsoft.com/office/drawing/2014/main" id="{F7F810E4-05D9-9F76-B91F-3FFC0328A40D}"/>
                  </a:ext>
                </a:extLst>
              </p:cNvPr>
              <p:cNvSpPr/>
              <p:nvPr/>
            </p:nvSpPr>
            <p:spPr>
              <a:xfrm>
                <a:off x="1182242" y="3340100"/>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Invitation</a:t>
                </a:r>
              </a:p>
            </p:txBody>
          </p:sp>
          <p:sp>
            <p:nvSpPr>
              <p:cNvPr id="24" name="Rectangle 23">
                <a:extLst>
                  <a:ext uri="{FF2B5EF4-FFF2-40B4-BE49-F238E27FC236}">
                    <a16:creationId xmlns:a16="http://schemas.microsoft.com/office/drawing/2014/main" id="{5EB3F8AA-E7C4-F442-0467-0B7261A2A8B2}"/>
                  </a:ext>
                </a:extLst>
              </p:cNvPr>
              <p:cNvSpPr/>
              <p:nvPr/>
            </p:nvSpPr>
            <p:spPr>
              <a:xfrm>
                <a:off x="1182242" y="3671887"/>
                <a:ext cx="1197864" cy="55250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id</a:t>
                </a:r>
              </a:p>
              <a:p>
                <a:r>
                  <a:rPr lang="en-US" sz="1200">
                    <a:solidFill>
                      <a:schemeClr val="tx1"/>
                    </a:solidFill>
                  </a:rPr>
                  <a:t>projectID</a:t>
                </a:r>
              </a:p>
              <a:p>
                <a:r>
                  <a:rPr lang="en-US" sz="1200">
                    <a:solidFill>
                      <a:schemeClr val="tx1"/>
                    </a:solidFill>
                  </a:rPr>
                  <a:t>inviterID</a:t>
                </a:r>
              </a:p>
            </p:txBody>
          </p:sp>
        </p:grpSp>
        <p:grpSp>
          <p:nvGrpSpPr>
            <p:cNvPr id="62" name="Group 61">
              <a:extLst>
                <a:ext uri="{FF2B5EF4-FFF2-40B4-BE49-F238E27FC236}">
                  <a16:creationId xmlns:a16="http://schemas.microsoft.com/office/drawing/2014/main" id="{7CD2DC07-B6A7-9D85-0C55-D224FAB9885C}"/>
                </a:ext>
              </a:extLst>
            </p:cNvPr>
            <p:cNvGrpSpPr/>
            <p:nvPr/>
          </p:nvGrpSpPr>
          <p:grpSpPr>
            <a:xfrm>
              <a:off x="3777664" y="3594136"/>
              <a:ext cx="1197864" cy="884291"/>
              <a:chOff x="3026854" y="3340101"/>
              <a:chExt cx="1197864" cy="884291"/>
            </a:xfrm>
          </p:grpSpPr>
          <p:sp>
            <p:nvSpPr>
              <p:cNvPr id="8" name="Rectangle 7">
                <a:extLst>
                  <a:ext uri="{FF2B5EF4-FFF2-40B4-BE49-F238E27FC236}">
                    <a16:creationId xmlns:a16="http://schemas.microsoft.com/office/drawing/2014/main" id="{3A0A431F-C9CD-1707-3307-01519DAB3D1F}"/>
                  </a:ext>
                </a:extLst>
              </p:cNvPr>
              <p:cNvSpPr/>
              <p:nvPr/>
            </p:nvSpPr>
            <p:spPr>
              <a:xfrm>
                <a:off x="3026854" y="3340101"/>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Project</a:t>
                </a:r>
              </a:p>
            </p:txBody>
          </p:sp>
          <p:sp>
            <p:nvSpPr>
              <p:cNvPr id="25" name="Rectangle 24">
                <a:extLst>
                  <a:ext uri="{FF2B5EF4-FFF2-40B4-BE49-F238E27FC236}">
                    <a16:creationId xmlns:a16="http://schemas.microsoft.com/office/drawing/2014/main" id="{C8100690-3482-05BD-7CF2-D43B2138FC9F}"/>
                  </a:ext>
                </a:extLst>
              </p:cNvPr>
              <p:cNvSpPr/>
              <p:nvPr/>
            </p:nvSpPr>
            <p:spPr>
              <a:xfrm>
                <a:off x="3026854" y="3671887"/>
                <a:ext cx="1197864" cy="55250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id</a:t>
                </a:r>
              </a:p>
              <a:p>
                <a:r>
                  <a:rPr lang="en-US" sz="1200">
                    <a:solidFill>
                      <a:schemeClr val="tx1"/>
                    </a:solidFill>
                  </a:rPr>
                  <a:t>setting</a:t>
                </a:r>
              </a:p>
              <a:p>
                <a:r>
                  <a:rPr lang="en-US" sz="1200">
                    <a:solidFill>
                      <a:schemeClr val="tx1"/>
                    </a:solidFill>
                  </a:rPr>
                  <a:t>member</a:t>
                </a:r>
              </a:p>
            </p:txBody>
          </p:sp>
        </p:grpSp>
        <p:grpSp>
          <p:nvGrpSpPr>
            <p:cNvPr id="52" name="Group 51">
              <a:extLst>
                <a:ext uri="{FF2B5EF4-FFF2-40B4-BE49-F238E27FC236}">
                  <a16:creationId xmlns:a16="http://schemas.microsoft.com/office/drawing/2014/main" id="{A94F707A-E13F-70FF-F840-5D62516A1EBF}"/>
                </a:ext>
              </a:extLst>
            </p:cNvPr>
            <p:cNvGrpSpPr/>
            <p:nvPr/>
          </p:nvGrpSpPr>
          <p:grpSpPr>
            <a:xfrm>
              <a:off x="3777664" y="1417728"/>
              <a:ext cx="1197864" cy="676910"/>
              <a:chOff x="3026854" y="1546837"/>
              <a:chExt cx="1197864" cy="676910"/>
            </a:xfrm>
          </p:grpSpPr>
          <p:sp>
            <p:nvSpPr>
              <p:cNvPr id="5" name="Rectangle 4">
                <a:extLst>
                  <a:ext uri="{FF2B5EF4-FFF2-40B4-BE49-F238E27FC236}">
                    <a16:creationId xmlns:a16="http://schemas.microsoft.com/office/drawing/2014/main" id="{E1E3114E-75C9-7714-9F7E-E0FFA3A88720}"/>
                  </a:ext>
                </a:extLst>
              </p:cNvPr>
              <p:cNvSpPr/>
              <p:nvPr/>
            </p:nvSpPr>
            <p:spPr>
              <a:xfrm>
                <a:off x="3026854" y="1546837"/>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User</a:t>
                </a:r>
                <a:endParaRPr lang="en-US" b="1">
                  <a:solidFill>
                    <a:schemeClr val="tx1"/>
                  </a:solidFill>
                </a:endParaRPr>
              </a:p>
            </p:txBody>
          </p:sp>
          <p:sp>
            <p:nvSpPr>
              <p:cNvPr id="26" name="Rectangle 25">
                <a:extLst>
                  <a:ext uri="{FF2B5EF4-FFF2-40B4-BE49-F238E27FC236}">
                    <a16:creationId xmlns:a16="http://schemas.microsoft.com/office/drawing/2014/main" id="{4D92DC1D-F0F8-9DBA-B03D-763EB64171F9}"/>
                  </a:ext>
                </a:extLst>
              </p:cNvPr>
              <p:cNvSpPr/>
              <p:nvPr/>
            </p:nvSpPr>
            <p:spPr>
              <a:xfrm>
                <a:off x="3026854" y="1878624"/>
                <a:ext cx="1197864" cy="3451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id</a:t>
                </a:r>
              </a:p>
            </p:txBody>
          </p:sp>
        </p:grpSp>
        <p:cxnSp>
          <p:nvCxnSpPr>
            <p:cNvPr id="36" name="Connector: Elbow 35">
              <a:extLst>
                <a:ext uri="{FF2B5EF4-FFF2-40B4-BE49-F238E27FC236}">
                  <a16:creationId xmlns:a16="http://schemas.microsoft.com/office/drawing/2014/main" id="{B763BFAB-2844-727D-74F9-6F404E7A5D90}"/>
                </a:ext>
              </a:extLst>
            </p:cNvPr>
            <p:cNvCxnSpPr>
              <a:stCxn id="10" idx="0"/>
              <a:endCxn id="5" idx="1"/>
            </p:cNvCxnSpPr>
            <p:nvPr/>
          </p:nvCxnSpPr>
          <p:spPr>
            <a:xfrm rot="5400000" flipH="1" flipV="1">
              <a:off x="2144173" y="1960645"/>
              <a:ext cx="2010514" cy="125646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CC4553B4-C460-E71E-762B-15B4C6B26219}"/>
                </a:ext>
              </a:extLst>
            </p:cNvPr>
            <p:cNvGrpSpPr/>
            <p:nvPr/>
          </p:nvGrpSpPr>
          <p:grpSpPr>
            <a:xfrm>
              <a:off x="5616584" y="3594135"/>
              <a:ext cx="1197864" cy="966220"/>
              <a:chOff x="4923094" y="3340100"/>
              <a:chExt cx="1197864" cy="966220"/>
            </a:xfrm>
          </p:grpSpPr>
          <p:sp>
            <p:nvSpPr>
              <p:cNvPr id="9" name="Rectangle 8">
                <a:extLst>
                  <a:ext uri="{FF2B5EF4-FFF2-40B4-BE49-F238E27FC236}">
                    <a16:creationId xmlns:a16="http://schemas.microsoft.com/office/drawing/2014/main" id="{FC801EA5-DF9E-D4AD-98B2-D0883A5F135C}"/>
                  </a:ext>
                </a:extLst>
              </p:cNvPr>
              <p:cNvSpPr/>
              <p:nvPr/>
            </p:nvSpPr>
            <p:spPr>
              <a:xfrm>
                <a:off x="4923094" y="3340100"/>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Task</a:t>
                </a:r>
              </a:p>
            </p:txBody>
          </p:sp>
          <p:sp>
            <p:nvSpPr>
              <p:cNvPr id="37" name="Rectangle 36">
                <a:extLst>
                  <a:ext uri="{FF2B5EF4-FFF2-40B4-BE49-F238E27FC236}">
                    <a16:creationId xmlns:a16="http://schemas.microsoft.com/office/drawing/2014/main" id="{02DB6F06-692A-E4C5-4DDC-2CFECAA5CAD6}"/>
                  </a:ext>
                </a:extLst>
              </p:cNvPr>
              <p:cNvSpPr/>
              <p:nvPr/>
            </p:nvSpPr>
            <p:spPr>
              <a:xfrm>
                <a:off x="4923094" y="3671885"/>
                <a:ext cx="1197864" cy="63443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id</a:t>
                </a:r>
              </a:p>
              <a:p>
                <a:r>
                  <a:rPr lang="en-US" sz="1000">
                    <a:solidFill>
                      <a:schemeClr val="tx1"/>
                    </a:solidFill>
                  </a:rPr>
                  <a:t>projectId</a:t>
                </a:r>
              </a:p>
              <a:p>
                <a:r>
                  <a:rPr lang="en-US" sz="1000">
                    <a:solidFill>
                      <a:schemeClr val="tx1"/>
                    </a:solidFill>
                  </a:rPr>
                  <a:t>assigneeId</a:t>
                </a:r>
              </a:p>
              <a:p>
                <a:r>
                  <a:rPr lang="en-US" sz="1000">
                    <a:solidFill>
                      <a:schemeClr val="tx1"/>
                    </a:solidFill>
                  </a:rPr>
                  <a:t>attachments</a:t>
                </a:r>
              </a:p>
            </p:txBody>
          </p:sp>
        </p:grpSp>
        <p:grpSp>
          <p:nvGrpSpPr>
            <p:cNvPr id="56" name="Group 55">
              <a:extLst>
                <a:ext uri="{FF2B5EF4-FFF2-40B4-BE49-F238E27FC236}">
                  <a16:creationId xmlns:a16="http://schemas.microsoft.com/office/drawing/2014/main" id="{BFF9F247-06D5-8302-2D75-891656DD798A}"/>
                </a:ext>
              </a:extLst>
            </p:cNvPr>
            <p:cNvGrpSpPr/>
            <p:nvPr/>
          </p:nvGrpSpPr>
          <p:grpSpPr>
            <a:xfrm>
              <a:off x="3777664" y="2473174"/>
              <a:ext cx="1197864" cy="775160"/>
              <a:chOff x="7118794" y="3671886"/>
              <a:chExt cx="1197864" cy="775160"/>
            </a:xfrm>
          </p:grpSpPr>
          <p:sp>
            <p:nvSpPr>
              <p:cNvPr id="54" name="Rectangle 53">
                <a:extLst>
                  <a:ext uri="{FF2B5EF4-FFF2-40B4-BE49-F238E27FC236}">
                    <a16:creationId xmlns:a16="http://schemas.microsoft.com/office/drawing/2014/main" id="{D0F2F96F-0DC9-C8F6-DF0F-1812F70F44AA}"/>
                  </a:ext>
                </a:extLst>
              </p:cNvPr>
              <p:cNvSpPr/>
              <p:nvPr/>
            </p:nvSpPr>
            <p:spPr>
              <a:xfrm>
                <a:off x="7118794" y="3671886"/>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Member</a:t>
                </a:r>
                <a:endParaRPr lang="en-US" b="1">
                  <a:solidFill>
                    <a:schemeClr val="tx1"/>
                  </a:solidFill>
                </a:endParaRPr>
              </a:p>
            </p:txBody>
          </p:sp>
          <p:sp>
            <p:nvSpPr>
              <p:cNvPr id="55" name="Rectangle 54">
                <a:extLst>
                  <a:ext uri="{FF2B5EF4-FFF2-40B4-BE49-F238E27FC236}">
                    <a16:creationId xmlns:a16="http://schemas.microsoft.com/office/drawing/2014/main" id="{FA08EE4F-9057-973E-6E76-605361567AE1}"/>
                  </a:ext>
                </a:extLst>
              </p:cNvPr>
              <p:cNvSpPr/>
              <p:nvPr/>
            </p:nvSpPr>
            <p:spPr>
              <a:xfrm>
                <a:off x="7118794" y="4003671"/>
                <a:ext cx="1197864" cy="44337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userId</a:t>
                </a:r>
              </a:p>
              <a:p>
                <a:r>
                  <a:rPr lang="en-US" sz="1200">
                    <a:solidFill>
                      <a:schemeClr val="tx1"/>
                    </a:solidFill>
                  </a:rPr>
                  <a:t>projectId</a:t>
                </a:r>
              </a:p>
            </p:txBody>
          </p:sp>
        </p:grpSp>
        <p:cxnSp>
          <p:nvCxnSpPr>
            <p:cNvPr id="58" name="Connector: Elbow 57">
              <a:extLst>
                <a:ext uri="{FF2B5EF4-FFF2-40B4-BE49-F238E27FC236}">
                  <a16:creationId xmlns:a16="http://schemas.microsoft.com/office/drawing/2014/main" id="{B588785D-3D3A-CDDA-D5F9-5C3EC5A4CAD3}"/>
                </a:ext>
              </a:extLst>
            </p:cNvPr>
            <p:cNvCxnSpPr>
              <a:stCxn id="5" idx="3"/>
              <a:endCxn id="9" idx="0"/>
            </p:cNvCxnSpPr>
            <p:nvPr/>
          </p:nvCxnSpPr>
          <p:spPr>
            <a:xfrm>
              <a:off x="4975528" y="1583621"/>
              <a:ext cx="1239988" cy="2010514"/>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46E3E15-E597-3BA5-F47E-409E5EB44CE3}"/>
                </a:ext>
              </a:extLst>
            </p:cNvPr>
            <p:cNvCxnSpPr>
              <a:cxnSpLocks/>
              <a:stCxn id="55" idx="2"/>
              <a:endCxn id="8" idx="0"/>
            </p:cNvCxnSpPr>
            <p:nvPr/>
          </p:nvCxnSpPr>
          <p:spPr>
            <a:xfrm>
              <a:off x="4376596" y="3248334"/>
              <a:ext cx="0" cy="3458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955B5841-C181-1281-2010-598CA48AE338}"/>
                </a:ext>
              </a:extLst>
            </p:cNvPr>
            <p:cNvGrpSpPr/>
            <p:nvPr/>
          </p:nvGrpSpPr>
          <p:grpSpPr>
            <a:xfrm>
              <a:off x="3780518" y="4974955"/>
              <a:ext cx="1197865" cy="783525"/>
              <a:chOff x="4919283" y="3340100"/>
              <a:chExt cx="1197865" cy="783525"/>
            </a:xfrm>
          </p:grpSpPr>
          <p:sp>
            <p:nvSpPr>
              <p:cNvPr id="68" name="Rectangle 67">
                <a:extLst>
                  <a:ext uri="{FF2B5EF4-FFF2-40B4-BE49-F238E27FC236}">
                    <a16:creationId xmlns:a16="http://schemas.microsoft.com/office/drawing/2014/main" id="{26A7AB01-D5B6-9E28-21F5-D83E069DFA86}"/>
                  </a:ext>
                </a:extLst>
              </p:cNvPr>
              <p:cNvSpPr/>
              <p:nvPr/>
            </p:nvSpPr>
            <p:spPr>
              <a:xfrm>
                <a:off x="4919283" y="3340100"/>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Setting</a:t>
                </a:r>
                <a:endParaRPr lang="en-US" b="1">
                  <a:solidFill>
                    <a:schemeClr val="tx1"/>
                  </a:solidFill>
                </a:endParaRPr>
              </a:p>
            </p:txBody>
          </p:sp>
          <p:sp>
            <p:nvSpPr>
              <p:cNvPr id="69" name="Rectangle 68">
                <a:extLst>
                  <a:ext uri="{FF2B5EF4-FFF2-40B4-BE49-F238E27FC236}">
                    <a16:creationId xmlns:a16="http://schemas.microsoft.com/office/drawing/2014/main" id="{B275E364-73F5-513D-2A1B-ABB5A5E4DB4C}"/>
                  </a:ext>
                </a:extLst>
              </p:cNvPr>
              <p:cNvSpPr/>
              <p:nvPr/>
            </p:nvSpPr>
            <p:spPr>
              <a:xfrm>
                <a:off x="4919284" y="3671886"/>
                <a:ext cx="1197864" cy="45173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visiableTask</a:t>
                </a:r>
              </a:p>
              <a:p>
                <a:r>
                  <a:rPr lang="en-US" sz="1000">
                    <a:solidFill>
                      <a:schemeClr val="tx1"/>
                    </a:solidFill>
                  </a:rPr>
                  <a:t>emailReminder</a:t>
                </a:r>
              </a:p>
            </p:txBody>
          </p:sp>
        </p:grpSp>
        <p:cxnSp>
          <p:nvCxnSpPr>
            <p:cNvPr id="70" name="Straight Connector 69">
              <a:extLst>
                <a:ext uri="{FF2B5EF4-FFF2-40B4-BE49-F238E27FC236}">
                  <a16:creationId xmlns:a16="http://schemas.microsoft.com/office/drawing/2014/main" id="{19DD8795-ABC8-FD7A-A80A-1F236FDEEE25}"/>
                </a:ext>
              </a:extLst>
            </p:cNvPr>
            <p:cNvCxnSpPr>
              <a:cxnSpLocks/>
              <a:stCxn id="25" idx="2"/>
              <a:endCxn id="68" idx="0"/>
            </p:cNvCxnSpPr>
            <p:nvPr/>
          </p:nvCxnSpPr>
          <p:spPr>
            <a:xfrm>
              <a:off x="4376596" y="4478427"/>
              <a:ext cx="2854" cy="4965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0E71C2A0-1DB0-B8A1-8361-E6A72C106870}"/>
                </a:ext>
              </a:extLst>
            </p:cNvPr>
            <p:cNvGrpSpPr/>
            <p:nvPr/>
          </p:nvGrpSpPr>
          <p:grpSpPr>
            <a:xfrm>
              <a:off x="5616584" y="4982673"/>
              <a:ext cx="1197864" cy="884292"/>
              <a:chOff x="4923094" y="3340100"/>
              <a:chExt cx="1197864" cy="884292"/>
            </a:xfrm>
          </p:grpSpPr>
          <p:sp>
            <p:nvSpPr>
              <p:cNvPr id="74" name="Rectangle 73">
                <a:extLst>
                  <a:ext uri="{FF2B5EF4-FFF2-40B4-BE49-F238E27FC236}">
                    <a16:creationId xmlns:a16="http://schemas.microsoft.com/office/drawing/2014/main" id="{9E059ECB-5F14-4D54-8665-723BF3F14897}"/>
                  </a:ext>
                </a:extLst>
              </p:cNvPr>
              <p:cNvSpPr/>
              <p:nvPr/>
            </p:nvSpPr>
            <p:spPr>
              <a:xfrm>
                <a:off x="4923094" y="3340100"/>
                <a:ext cx="1197864" cy="33178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Attachment</a:t>
                </a:r>
              </a:p>
            </p:txBody>
          </p:sp>
          <p:sp>
            <p:nvSpPr>
              <p:cNvPr id="75" name="Rectangle 74">
                <a:extLst>
                  <a:ext uri="{FF2B5EF4-FFF2-40B4-BE49-F238E27FC236}">
                    <a16:creationId xmlns:a16="http://schemas.microsoft.com/office/drawing/2014/main" id="{DFAB084D-62CC-E6E5-9D43-47A0EE7DD6D1}"/>
                  </a:ext>
                </a:extLst>
              </p:cNvPr>
              <p:cNvSpPr/>
              <p:nvPr/>
            </p:nvSpPr>
            <p:spPr>
              <a:xfrm>
                <a:off x="4923094" y="3671885"/>
                <a:ext cx="1197864" cy="55250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fileName</a:t>
                </a:r>
              </a:p>
              <a:p>
                <a:r>
                  <a:rPr lang="en-US" sz="1000">
                    <a:solidFill>
                      <a:schemeClr val="tx1"/>
                    </a:solidFill>
                  </a:rPr>
                  <a:t>fileUrl</a:t>
                </a:r>
              </a:p>
              <a:p>
                <a:r>
                  <a:rPr lang="en-US" sz="1000">
                    <a:solidFill>
                      <a:schemeClr val="tx1"/>
                    </a:solidFill>
                  </a:rPr>
                  <a:t>uploadedAt</a:t>
                </a:r>
              </a:p>
            </p:txBody>
          </p:sp>
        </p:grpSp>
        <p:cxnSp>
          <p:nvCxnSpPr>
            <p:cNvPr id="82" name="Straight Connector 81">
              <a:extLst>
                <a:ext uri="{FF2B5EF4-FFF2-40B4-BE49-F238E27FC236}">
                  <a16:creationId xmlns:a16="http://schemas.microsoft.com/office/drawing/2014/main" id="{E38FBA86-43C1-07E3-7225-5C03E25FB42E}"/>
                </a:ext>
              </a:extLst>
            </p:cNvPr>
            <p:cNvCxnSpPr>
              <a:cxnSpLocks/>
              <a:stCxn id="74" idx="0"/>
            </p:cNvCxnSpPr>
            <p:nvPr/>
          </p:nvCxnSpPr>
          <p:spPr>
            <a:xfrm flipV="1">
              <a:off x="6215516" y="4562475"/>
              <a:ext cx="0" cy="4201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F0DA1C1-9ACE-9415-19E6-47118D13F6D4}"/>
                </a:ext>
              </a:extLst>
            </p:cNvPr>
            <p:cNvSpPr txBox="1"/>
            <p:nvPr/>
          </p:nvSpPr>
          <p:spPr>
            <a:xfrm>
              <a:off x="4027763" y="2039075"/>
              <a:ext cx="420308" cy="276999"/>
            </a:xfrm>
            <a:prstGeom prst="rect">
              <a:avLst/>
            </a:prstGeom>
            <a:noFill/>
          </p:spPr>
          <p:txBody>
            <a:bodyPr wrap="none" rtlCol="0">
              <a:spAutoFit/>
            </a:bodyPr>
            <a:lstStyle/>
            <a:p>
              <a:r>
                <a:rPr lang="en-US" sz="1200"/>
                <a:t>0..n</a:t>
              </a:r>
            </a:p>
          </p:txBody>
        </p:sp>
        <p:sp>
          <p:nvSpPr>
            <p:cNvPr id="94" name="TextBox 93">
              <a:extLst>
                <a:ext uri="{FF2B5EF4-FFF2-40B4-BE49-F238E27FC236}">
                  <a16:creationId xmlns:a16="http://schemas.microsoft.com/office/drawing/2014/main" id="{CB1D9783-5F58-38F2-4496-FB0121A8C3DE}"/>
                </a:ext>
              </a:extLst>
            </p:cNvPr>
            <p:cNvSpPr txBox="1"/>
            <p:nvPr/>
          </p:nvSpPr>
          <p:spPr>
            <a:xfrm>
              <a:off x="4324104" y="2235296"/>
              <a:ext cx="263214" cy="276999"/>
            </a:xfrm>
            <a:prstGeom prst="rect">
              <a:avLst/>
            </a:prstGeom>
            <a:noFill/>
          </p:spPr>
          <p:txBody>
            <a:bodyPr wrap="none" rtlCol="0">
              <a:spAutoFit/>
            </a:bodyPr>
            <a:lstStyle/>
            <a:p>
              <a:r>
                <a:rPr lang="en-US" sz="1200"/>
                <a:t>1</a:t>
              </a:r>
            </a:p>
          </p:txBody>
        </p:sp>
        <p:sp>
          <p:nvSpPr>
            <p:cNvPr id="95" name="TextBox 94">
              <a:extLst>
                <a:ext uri="{FF2B5EF4-FFF2-40B4-BE49-F238E27FC236}">
                  <a16:creationId xmlns:a16="http://schemas.microsoft.com/office/drawing/2014/main" id="{CA5800FE-D99A-EAF8-2B66-E532294E9FBB}"/>
                </a:ext>
              </a:extLst>
            </p:cNvPr>
            <p:cNvSpPr txBox="1"/>
            <p:nvPr/>
          </p:nvSpPr>
          <p:spPr>
            <a:xfrm>
              <a:off x="3542167" y="1349519"/>
              <a:ext cx="263214" cy="276999"/>
            </a:xfrm>
            <a:prstGeom prst="rect">
              <a:avLst/>
            </a:prstGeom>
            <a:noFill/>
          </p:spPr>
          <p:txBody>
            <a:bodyPr wrap="none" rtlCol="0">
              <a:spAutoFit/>
            </a:bodyPr>
            <a:lstStyle/>
            <a:p>
              <a:r>
                <a:rPr lang="en-US" sz="1200"/>
                <a:t>1</a:t>
              </a:r>
            </a:p>
          </p:txBody>
        </p:sp>
        <p:sp>
          <p:nvSpPr>
            <p:cNvPr id="96" name="TextBox 95">
              <a:extLst>
                <a:ext uri="{FF2B5EF4-FFF2-40B4-BE49-F238E27FC236}">
                  <a16:creationId xmlns:a16="http://schemas.microsoft.com/office/drawing/2014/main" id="{A383BBAA-F44C-E92F-A5EF-28FCC2639093}"/>
                </a:ext>
              </a:extLst>
            </p:cNvPr>
            <p:cNvSpPr txBox="1"/>
            <p:nvPr/>
          </p:nvSpPr>
          <p:spPr>
            <a:xfrm>
              <a:off x="2171882" y="3355235"/>
              <a:ext cx="420308" cy="276999"/>
            </a:xfrm>
            <a:prstGeom prst="rect">
              <a:avLst/>
            </a:prstGeom>
            <a:noFill/>
          </p:spPr>
          <p:txBody>
            <a:bodyPr wrap="none" rtlCol="0">
              <a:spAutoFit/>
            </a:bodyPr>
            <a:lstStyle/>
            <a:p>
              <a:r>
                <a:rPr lang="en-US" sz="1200"/>
                <a:t>0..n</a:t>
              </a:r>
            </a:p>
          </p:txBody>
        </p:sp>
        <p:sp>
          <p:nvSpPr>
            <p:cNvPr id="97" name="TextBox 96">
              <a:extLst>
                <a:ext uri="{FF2B5EF4-FFF2-40B4-BE49-F238E27FC236}">
                  <a16:creationId xmlns:a16="http://schemas.microsoft.com/office/drawing/2014/main" id="{B065310F-BA2B-DF93-0B5C-2514A85BF3C3}"/>
                </a:ext>
              </a:extLst>
            </p:cNvPr>
            <p:cNvSpPr txBox="1"/>
            <p:nvPr/>
          </p:nvSpPr>
          <p:spPr>
            <a:xfrm>
              <a:off x="3067761" y="3551239"/>
              <a:ext cx="420308" cy="276999"/>
            </a:xfrm>
            <a:prstGeom prst="rect">
              <a:avLst/>
            </a:prstGeom>
            <a:noFill/>
          </p:spPr>
          <p:txBody>
            <a:bodyPr wrap="none" rtlCol="0">
              <a:spAutoFit/>
            </a:bodyPr>
            <a:lstStyle/>
            <a:p>
              <a:r>
                <a:rPr lang="en-US" sz="1200"/>
                <a:t>0..n</a:t>
              </a:r>
            </a:p>
          </p:txBody>
        </p:sp>
        <p:sp>
          <p:nvSpPr>
            <p:cNvPr id="98" name="TextBox 97">
              <a:extLst>
                <a:ext uri="{FF2B5EF4-FFF2-40B4-BE49-F238E27FC236}">
                  <a16:creationId xmlns:a16="http://schemas.microsoft.com/office/drawing/2014/main" id="{7424A0A8-52B3-CA02-A32E-D7C55F99E374}"/>
                </a:ext>
              </a:extLst>
            </p:cNvPr>
            <p:cNvSpPr txBox="1"/>
            <p:nvPr/>
          </p:nvSpPr>
          <p:spPr>
            <a:xfrm>
              <a:off x="3552549" y="3751236"/>
              <a:ext cx="263214" cy="276999"/>
            </a:xfrm>
            <a:prstGeom prst="rect">
              <a:avLst/>
            </a:prstGeom>
            <a:noFill/>
          </p:spPr>
          <p:txBody>
            <a:bodyPr wrap="none" rtlCol="0">
              <a:spAutoFit/>
            </a:bodyPr>
            <a:lstStyle/>
            <a:p>
              <a:r>
                <a:rPr lang="en-US" sz="1200"/>
                <a:t>1</a:t>
              </a:r>
            </a:p>
          </p:txBody>
        </p:sp>
        <p:sp>
          <p:nvSpPr>
            <p:cNvPr id="99" name="TextBox 98">
              <a:extLst>
                <a:ext uri="{FF2B5EF4-FFF2-40B4-BE49-F238E27FC236}">
                  <a16:creationId xmlns:a16="http://schemas.microsoft.com/office/drawing/2014/main" id="{EEA5ABDD-757A-A1C2-0634-6B90D26F45CF}"/>
                </a:ext>
              </a:extLst>
            </p:cNvPr>
            <p:cNvSpPr txBox="1"/>
            <p:nvPr/>
          </p:nvSpPr>
          <p:spPr>
            <a:xfrm>
              <a:off x="4930248" y="3731888"/>
              <a:ext cx="263214" cy="276999"/>
            </a:xfrm>
            <a:prstGeom prst="rect">
              <a:avLst/>
            </a:prstGeom>
            <a:noFill/>
          </p:spPr>
          <p:txBody>
            <a:bodyPr wrap="none" rtlCol="0">
              <a:spAutoFit/>
            </a:bodyPr>
            <a:lstStyle/>
            <a:p>
              <a:r>
                <a:rPr lang="en-US" sz="1200"/>
                <a:t>1</a:t>
              </a:r>
            </a:p>
          </p:txBody>
        </p:sp>
        <p:sp>
          <p:nvSpPr>
            <p:cNvPr id="100" name="TextBox 99">
              <a:extLst>
                <a:ext uri="{FF2B5EF4-FFF2-40B4-BE49-F238E27FC236}">
                  <a16:creationId xmlns:a16="http://schemas.microsoft.com/office/drawing/2014/main" id="{68C60B2F-E14B-98FD-43C1-20FEC211994D}"/>
                </a:ext>
              </a:extLst>
            </p:cNvPr>
            <p:cNvSpPr txBox="1"/>
            <p:nvPr/>
          </p:nvSpPr>
          <p:spPr>
            <a:xfrm>
              <a:off x="5255783" y="3510423"/>
              <a:ext cx="420308" cy="276999"/>
            </a:xfrm>
            <a:prstGeom prst="rect">
              <a:avLst/>
            </a:prstGeom>
            <a:noFill/>
          </p:spPr>
          <p:txBody>
            <a:bodyPr wrap="none" rtlCol="0">
              <a:spAutoFit/>
            </a:bodyPr>
            <a:lstStyle/>
            <a:p>
              <a:r>
                <a:rPr lang="en-US" sz="1200"/>
                <a:t>0..n</a:t>
              </a:r>
            </a:p>
          </p:txBody>
        </p:sp>
        <p:sp>
          <p:nvSpPr>
            <p:cNvPr id="101" name="TextBox 100">
              <a:extLst>
                <a:ext uri="{FF2B5EF4-FFF2-40B4-BE49-F238E27FC236}">
                  <a16:creationId xmlns:a16="http://schemas.microsoft.com/office/drawing/2014/main" id="{2360F54A-BB34-5233-B9F9-608973A93A18}"/>
                </a:ext>
              </a:extLst>
            </p:cNvPr>
            <p:cNvSpPr txBox="1"/>
            <p:nvPr/>
          </p:nvSpPr>
          <p:spPr>
            <a:xfrm>
              <a:off x="6007709" y="4509932"/>
              <a:ext cx="263214" cy="276999"/>
            </a:xfrm>
            <a:prstGeom prst="rect">
              <a:avLst/>
            </a:prstGeom>
            <a:noFill/>
          </p:spPr>
          <p:txBody>
            <a:bodyPr wrap="none" rtlCol="0">
              <a:spAutoFit/>
            </a:bodyPr>
            <a:lstStyle/>
            <a:p>
              <a:r>
                <a:rPr lang="en-US" sz="1200"/>
                <a:t>1</a:t>
              </a:r>
            </a:p>
          </p:txBody>
        </p:sp>
        <p:sp>
          <p:nvSpPr>
            <p:cNvPr id="102" name="TextBox 101">
              <a:extLst>
                <a:ext uri="{FF2B5EF4-FFF2-40B4-BE49-F238E27FC236}">
                  <a16:creationId xmlns:a16="http://schemas.microsoft.com/office/drawing/2014/main" id="{B8141A95-D892-2162-EEFF-67D6BD20E0F7}"/>
                </a:ext>
              </a:extLst>
            </p:cNvPr>
            <p:cNvSpPr txBox="1"/>
            <p:nvPr/>
          </p:nvSpPr>
          <p:spPr>
            <a:xfrm>
              <a:off x="6196007" y="4746303"/>
              <a:ext cx="418704" cy="276999"/>
            </a:xfrm>
            <a:prstGeom prst="rect">
              <a:avLst/>
            </a:prstGeom>
            <a:noFill/>
          </p:spPr>
          <p:txBody>
            <a:bodyPr wrap="none" rtlCol="0">
              <a:spAutoFit/>
            </a:bodyPr>
            <a:lstStyle/>
            <a:p>
              <a:r>
                <a:rPr lang="en-US" sz="1200"/>
                <a:t>0..n</a:t>
              </a:r>
            </a:p>
          </p:txBody>
        </p:sp>
        <p:sp>
          <p:nvSpPr>
            <p:cNvPr id="103" name="TextBox 102">
              <a:extLst>
                <a:ext uri="{FF2B5EF4-FFF2-40B4-BE49-F238E27FC236}">
                  <a16:creationId xmlns:a16="http://schemas.microsoft.com/office/drawing/2014/main" id="{F8E3EF9B-2A52-FF0B-ECA4-22A066E0C348}"/>
                </a:ext>
              </a:extLst>
            </p:cNvPr>
            <p:cNvSpPr txBox="1"/>
            <p:nvPr/>
          </p:nvSpPr>
          <p:spPr>
            <a:xfrm>
              <a:off x="4158592" y="4422450"/>
              <a:ext cx="263214" cy="276999"/>
            </a:xfrm>
            <a:prstGeom prst="rect">
              <a:avLst/>
            </a:prstGeom>
            <a:noFill/>
          </p:spPr>
          <p:txBody>
            <a:bodyPr wrap="none" rtlCol="0">
              <a:spAutoFit/>
            </a:bodyPr>
            <a:lstStyle/>
            <a:p>
              <a:r>
                <a:rPr lang="en-US" sz="1200"/>
                <a:t>1</a:t>
              </a:r>
            </a:p>
          </p:txBody>
        </p:sp>
        <p:sp>
          <p:nvSpPr>
            <p:cNvPr id="105" name="TextBox 104">
              <a:extLst>
                <a:ext uri="{FF2B5EF4-FFF2-40B4-BE49-F238E27FC236}">
                  <a16:creationId xmlns:a16="http://schemas.microsoft.com/office/drawing/2014/main" id="{DED89840-B524-1645-89EE-C1345BFFEB17}"/>
                </a:ext>
              </a:extLst>
            </p:cNvPr>
            <p:cNvSpPr txBox="1"/>
            <p:nvPr/>
          </p:nvSpPr>
          <p:spPr>
            <a:xfrm>
              <a:off x="4323660" y="4712432"/>
              <a:ext cx="263214" cy="276999"/>
            </a:xfrm>
            <a:prstGeom prst="rect">
              <a:avLst/>
            </a:prstGeom>
            <a:noFill/>
          </p:spPr>
          <p:txBody>
            <a:bodyPr wrap="none" rtlCol="0">
              <a:spAutoFit/>
            </a:bodyPr>
            <a:lstStyle/>
            <a:p>
              <a:r>
                <a:rPr lang="en-US" sz="1200"/>
                <a:t>1</a:t>
              </a:r>
            </a:p>
          </p:txBody>
        </p:sp>
        <p:sp>
          <p:nvSpPr>
            <p:cNvPr id="106" name="TextBox 105">
              <a:extLst>
                <a:ext uri="{FF2B5EF4-FFF2-40B4-BE49-F238E27FC236}">
                  <a16:creationId xmlns:a16="http://schemas.microsoft.com/office/drawing/2014/main" id="{9F394BE8-C1AA-CB8C-1B65-01FB8D29D000}"/>
                </a:ext>
              </a:extLst>
            </p:cNvPr>
            <p:cNvSpPr txBox="1"/>
            <p:nvPr/>
          </p:nvSpPr>
          <p:spPr>
            <a:xfrm>
              <a:off x="4943985" y="1319225"/>
              <a:ext cx="263214" cy="276999"/>
            </a:xfrm>
            <a:prstGeom prst="rect">
              <a:avLst/>
            </a:prstGeom>
            <a:noFill/>
          </p:spPr>
          <p:txBody>
            <a:bodyPr wrap="none" rtlCol="0">
              <a:spAutoFit/>
            </a:bodyPr>
            <a:lstStyle/>
            <a:p>
              <a:r>
                <a:rPr lang="en-US" sz="1200"/>
                <a:t>1</a:t>
              </a:r>
            </a:p>
          </p:txBody>
        </p:sp>
        <p:sp>
          <p:nvSpPr>
            <p:cNvPr id="107" name="TextBox 106">
              <a:extLst>
                <a:ext uri="{FF2B5EF4-FFF2-40B4-BE49-F238E27FC236}">
                  <a16:creationId xmlns:a16="http://schemas.microsoft.com/office/drawing/2014/main" id="{C3462573-5DC6-F9B1-3345-D2DC94107FDA}"/>
                </a:ext>
              </a:extLst>
            </p:cNvPr>
            <p:cNvSpPr txBox="1"/>
            <p:nvPr/>
          </p:nvSpPr>
          <p:spPr>
            <a:xfrm>
              <a:off x="6164175" y="3342981"/>
              <a:ext cx="420308" cy="276999"/>
            </a:xfrm>
            <a:prstGeom prst="rect">
              <a:avLst/>
            </a:prstGeom>
            <a:noFill/>
          </p:spPr>
          <p:txBody>
            <a:bodyPr wrap="none" rtlCol="0">
              <a:spAutoFit/>
            </a:bodyPr>
            <a:lstStyle/>
            <a:p>
              <a:r>
                <a:rPr lang="en-US" sz="1200"/>
                <a:t>0..n</a:t>
              </a:r>
            </a:p>
          </p:txBody>
        </p:sp>
        <p:sp>
          <p:nvSpPr>
            <p:cNvPr id="123" name="TextBox 122">
              <a:extLst>
                <a:ext uri="{FF2B5EF4-FFF2-40B4-BE49-F238E27FC236}">
                  <a16:creationId xmlns:a16="http://schemas.microsoft.com/office/drawing/2014/main" id="{5A9EB547-6E14-8A41-0C00-282A658FF2AD}"/>
                </a:ext>
              </a:extLst>
            </p:cNvPr>
            <p:cNvSpPr txBox="1"/>
            <p:nvPr/>
          </p:nvSpPr>
          <p:spPr>
            <a:xfrm>
              <a:off x="4323660" y="3362915"/>
              <a:ext cx="420308" cy="276999"/>
            </a:xfrm>
            <a:prstGeom prst="rect">
              <a:avLst/>
            </a:prstGeom>
            <a:noFill/>
          </p:spPr>
          <p:txBody>
            <a:bodyPr wrap="none" rtlCol="0">
              <a:spAutoFit/>
            </a:bodyPr>
            <a:lstStyle/>
            <a:p>
              <a:r>
                <a:rPr lang="en-US" sz="1200"/>
                <a:t>0..n</a:t>
              </a:r>
            </a:p>
          </p:txBody>
        </p:sp>
        <p:sp>
          <p:nvSpPr>
            <p:cNvPr id="124" name="TextBox 123">
              <a:extLst>
                <a:ext uri="{FF2B5EF4-FFF2-40B4-BE49-F238E27FC236}">
                  <a16:creationId xmlns:a16="http://schemas.microsoft.com/office/drawing/2014/main" id="{13425BB2-6457-769F-2FE0-2AB39216F4F0}"/>
                </a:ext>
              </a:extLst>
            </p:cNvPr>
            <p:cNvSpPr txBox="1"/>
            <p:nvPr/>
          </p:nvSpPr>
          <p:spPr>
            <a:xfrm>
              <a:off x="4165874" y="3192257"/>
              <a:ext cx="263214" cy="276999"/>
            </a:xfrm>
            <a:prstGeom prst="rect">
              <a:avLst/>
            </a:prstGeom>
            <a:noFill/>
          </p:spPr>
          <p:txBody>
            <a:bodyPr wrap="none" rtlCol="0">
              <a:spAutoFit/>
            </a:bodyPr>
            <a:lstStyle/>
            <a:p>
              <a:r>
                <a:rPr lang="en-US" sz="1200"/>
                <a:t>1</a:t>
              </a:r>
            </a:p>
          </p:txBody>
        </p:sp>
      </p:grpSp>
      <p:pic>
        <p:nvPicPr>
          <p:cNvPr id="6" name="Picture 5">
            <a:extLst>
              <a:ext uri="{FF2B5EF4-FFF2-40B4-BE49-F238E27FC236}">
                <a16:creationId xmlns:a16="http://schemas.microsoft.com/office/drawing/2014/main" id="{8505A42D-B727-34E9-C8BA-ECE3EA65BDB3}"/>
              </a:ext>
            </a:extLst>
          </p:cNvPr>
          <p:cNvPicPr>
            <a:picLocks noChangeAspect="1"/>
          </p:cNvPicPr>
          <p:nvPr/>
        </p:nvPicPr>
        <p:blipFill>
          <a:blip r:embed="rId2"/>
          <a:stretch>
            <a:fillRect/>
          </a:stretch>
        </p:blipFill>
        <p:spPr>
          <a:xfrm>
            <a:off x="1877334" y="975147"/>
            <a:ext cx="5389331" cy="4907705"/>
          </a:xfrm>
          <a:prstGeom prst="rect">
            <a:avLst/>
          </a:prstGeom>
        </p:spPr>
      </p:pic>
    </p:spTree>
    <p:extLst>
      <p:ext uri="{BB962C8B-B14F-4D97-AF65-F5344CB8AC3E}">
        <p14:creationId xmlns:p14="http://schemas.microsoft.com/office/powerpoint/2010/main" val="2046469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4AD85-5613-3D56-E29F-AC959DD7FA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0DDBEA-9C17-40FF-4315-16E9FBE73B76}"/>
              </a:ext>
            </a:extLst>
          </p:cNvPr>
          <p:cNvSpPr>
            <a:spLocks noGrp="1"/>
          </p:cNvSpPr>
          <p:nvPr>
            <p:ph type="sldNum" sz="quarter" idx="12"/>
          </p:nvPr>
        </p:nvSpPr>
        <p:spPr/>
        <p:txBody>
          <a:bodyPr/>
          <a:lstStyle/>
          <a:p>
            <a:fld id="{9EA0BE3B-158A-4EDF-80DC-E394A0D1600F}" type="slidenum">
              <a:rPr lang="en-US" smtClean="0"/>
              <a:pPr/>
              <a:t>37</a:t>
            </a:fld>
            <a:endParaRPr lang="en-US"/>
          </a:p>
        </p:txBody>
      </p:sp>
      <p:sp>
        <p:nvSpPr>
          <p:cNvPr id="3" name="Title 2">
            <a:extLst>
              <a:ext uri="{FF2B5EF4-FFF2-40B4-BE49-F238E27FC236}">
                <a16:creationId xmlns:a16="http://schemas.microsoft.com/office/drawing/2014/main" id="{69E863AC-173F-0484-FBD4-16880E66722F}"/>
              </a:ext>
            </a:extLst>
          </p:cNvPr>
          <p:cNvSpPr>
            <a:spLocks noGrp="1"/>
          </p:cNvSpPr>
          <p:nvPr>
            <p:ph type="title"/>
          </p:nvPr>
        </p:nvSpPr>
        <p:spPr/>
        <p:txBody>
          <a:bodyPr/>
          <a:lstStyle/>
          <a:p>
            <a:r>
              <a:rPr lang="en-US"/>
              <a:t>Thiết kế CSDL</a:t>
            </a:r>
          </a:p>
        </p:txBody>
      </p:sp>
      <p:sp>
        <p:nvSpPr>
          <p:cNvPr id="4" name="Text Placeholder 3">
            <a:extLst>
              <a:ext uri="{FF2B5EF4-FFF2-40B4-BE49-F238E27FC236}">
                <a16:creationId xmlns:a16="http://schemas.microsoft.com/office/drawing/2014/main" id="{64A76916-58D8-08F6-EF75-C474A1ECBE2F}"/>
              </a:ext>
            </a:extLst>
          </p:cNvPr>
          <p:cNvSpPr>
            <a:spLocks noGrp="1"/>
          </p:cNvSpPr>
          <p:nvPr>
            <p:ph type="body" sz="quarter" idx="13"/>
          </p:nvPr>
        </p:nvSpPr>
        <p:spPr/>
        <p:txBody>
          <a:bodyPr/>
          <a:lstStyle/>
          <a:p>
            <a:r>
              <a:rPr lang="en-US"/>
              <a:t>S</a:t>
            </a:r>
            <a:r>
              <a:rPr lang="vi-VN"/>
              <a:t>ử dụng </a:t>
            </a:r>
            <a:r>
              <a:rPr lang="vi-VN" b="1"/>
              <a:t>MongoDB (NoSQL)</a:t>
            </a:r>
            <a:r>
              <a:rPr lang="vi-VN"/>
              <a:t>. </a:t>
            </a:r>
            <a:endParaRPr lang="en-US"/>
          </a:p>
          <a:p>
            <a:r>
              <a:rPr lang="vi-VN"/>
              <a:t>Dữ liệu được tổ chức thành </a:t>
            </a:r>
            <a:r>
              <a:rPr lang="vi-VN" b="1"/>
              <a:t>4 Collections</a:t>
            </a:r>
            <a:r>
              <a:rPr lang="vi-VN"/>
              <a:t> chính</a:t>
            </a:r>
            <a:r>
              <a:rPr lang="en-US"/>
              <a:t>:</a:t>
            </a:r>
          </a:p>
          <a:p>
            <a:pPr lvl="1"/>
            <a:r>
              <a:rPr lang="en-US"/>
              <a:t>Users (Người dùng)</a:t>
            </a:r>
          </a:p>
          <a:p>
            <a:pPr lvl="1"/>
            <a:r>
              <a:rPr lang="en-US"/>
              <a:t>Projects (Dự án)</a:t>
            </a:r>
          </a:p>
          <a:p>
            <a:pPr lvl="1"/>
            <a:r>
              <a:rPr lang="en-US"/>
              <a:t>Tasks (Công việc)</a:t>
            </a:r>
          </a:p>
          <a:p>
            <a:pPr lvl="1"/>
            <a:r>
              <a:rPr lang="en-US"/>
              <a:t>Invitations (Lời mời)</a:t>
            </a:r>
          </a:p>
          <a:p>
            <a:pPr lvl="1"/>
            <a:endParaRPr lang="en-US"/>
          </a:p>
        </p:txBody>
      </p:sp>
    </p:spTree>
    <p:extLst>
      <p:ext uri="{BB962C8B-B14F-4D97-AF65-F5344CB8AC3E}">
        <p14:creationId xmlns:p14="http://schemas.microsoft.com/office/powerpoint/2010/main" val="581243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6D79-42F1-13CC-51E0-45237E606D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5BF862-6988-5B27-14E1-899913F0F0E5}"/>
              </a:ext>
            </a:extLst>
          </p:cNvPr>
          <p:cNvSpPr>
            <a:spLocks noGrp="1"/>
          </p:cNvSpPr>
          <p:nvPr>
            <p:ph type="sldNum" sz="quarter" idx="12"/>
          </p:nvPr>
        </p:nvSpPr>
        <p:spPr/>
        <p:txBody>
          <a:bodyPr/>
          <a:lstStyle/>
          <a:p>
            <a:fld id="{9EA0BE3B-158A-4EDF-80DC-E394A0D1600F}" type="slidenum">
              <a:rPr lang="en-US" smtClean="0"/>
              <a:pPr/>
              <a:t>38</a:t>
            </a:fld>
            <a:endParaRPr lang="en-US"/>
          </a:p>
        </p:txBody>
      </p:sp>
      <p:sp>
        <p:nvSpPr>
          <p:cNvPr id="3" name="Title 2">
            <a:extLst>
              <a:ext uri="{FF2B5EF4-FFF2-40B4-BE49-F238E27FC236}">
                <a16:creationId xmlns:a16="http://schemas.microsoft.com/office/drawing/2014/main" id="{FDA39C8D-54B9-EBB5-7021-2433D5EAF649}"/>
              </a:ext>
            </a:extLst>
          </p:cNvPr>
          <p:cNvSpPr>
            <a:spLocks noGrp="1"/>
          </p:cNvSpPr>
          <p:nvPr>
            <p:ph type="title"/>
          </p:nvPr>
        </p:nvSpPr>
        <p:spPr/>
        <p:txBody>
          <a:bodyPr/>
          <a:lstStyle/>
          <a:p>
            <a:r>
              <a:rPr lang="en-US"/>
              <a:t>Thiết kế CSDL – Users</a:t>
            </a:r>
          </a:p>
        </p:txBody>
      </p:sp>
      <p:graphicFrame>
        <p:nvGraphicFramePr>
          <p:cNvPr id="5" name="Table 4">
            <a:extLst>
              <a:ext uri="{FF2B5EF4-FFF2-40B4-BE49-F238E27FC236}">
                <a16:creationId xmlns:a16="http://schemas.microsoft.com/office/drawing/2014/main" id="{35A1A2DD-287F-946C-95FF-E0383251308C}"/>
              </a:ext>
            </a:extLst>
          </p:cNvPr>
          <p:cNvGraphicFramePr>
            <a:graphicFrameLocks noGrp="1"/>
          </p:cNvGraphicFramePr>
          <p:nvPr>
            <p:extLst>
              <p:ext uri="{D42A27DB-BD31-4B8C-83A1-F6EECF244321}">
                <p14:modId xmlns:p14="http://schemas.microsoft.com/office/powerpoint/2010/main" val="3740185924"/>
              </p:ext>
            </p:extLst>
          </p:nvPr>
        </p:nvGraphicFramePr>
        <p:xfrm>
          <a:off x="525831" y="1543495"/>
          <a:ext cx="8380425" cy="2937065"/>
        </p:xfrm>
        <a:graphic>
          <a:graphicData uri="http://schemas.openxmlformats.org/drawingml/2006/table">
            <a:tbl>
              <a:tblPr/>
              <a:tblGrid>
                <a:gridCol w="1504137">
                  <a:extLst>
                    <a:ext uri="{9D8B030D-6E8A-4147-A177-3AD203B41FA5}">
                      <a16:colId xmlns:a16="http://schemas.microsoft.com/office/drawing/2014/main" val="3273063814"/>
                    </a:ext>
                  </a:extLst>
                </a:gridCol>
                <a:gridCol w="1572768">
                  <a:extLst>
                    <a:ext uri="{9D8B030D-6E8A-4147-A177-3AD203B41FA5}">
                      <a16:colId xmlns:a16="http://schemas.microsoft.com/office/drawing/2014/main" val="2467982849"/>
                    </a:ext>
                  </a:extLst>
                </a:gridCol>
                <a:gridCol w="1088136">
                  <a:extLst>
                    <a:ext uri="{9D8B030D-6E8A-4147-A177-3AD203B41FA5}">
                      <a16:colId xmlns:a16="http://schemas.microsoft.com/office/drawing/2014/main" val="1555928842"/>
                    </a:ext>
                  </a:extLst>
                </a:gridCol>
                <a:gridCol w="4215384">
                  <a:extLst>
                    <a:ext uri="{9D8B030D-6E8A-4147-A177-3AD203B41FA5}">
                      <a16:colId xmlns:a16="http://schemas.microsoft.com/office/drawing/2014/main" val="2433920366"/>
                    </a:ext>
                  </a:extLst>
                </a:gridCol>
              </a:tblGrid>
              <a:tr h="554164">
                <a:tc>
                  <a:txBody>
                    <a:bodyPr/>
                    <a:lstStyle/>
                    <a:p>
                      <a:pPr algn="ctr">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(Field)</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 (Type)</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Bắt buộc</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 &amp; Ràng buộc</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55916"/>
                  </a:ext>
                </a:extLst>
              </a:tr>
              <a:tr h="435229">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_id</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Khóa chính (Primary Key)</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744179"/>
                  </a:ext>
                </a:extLst>
              </a:tr>
              <a:tr h="402336">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googleId</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ID trả về từ Google OAuth. Dùng để login</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9302222"/>
                  </a:ext>
                </a:extLst>
              </a:tr>
              <a:tr h="393192">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email</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fr-FR" sz="1200">
                          <a:solidFill>
                            <a:schemeClr val="tx1"/>
                          </a:solidFill>
                          <a:effectLst/>
                          <a:latin typeface="Lato" panose="020F0502020204030203" pitchFamily="34" charset="0"/>
                          <a:ea typeface="Lato" panose="020F0502020204030203" pitchFamily="34" charset="0"/>
                          <a:cs typeface="Lato" panose="020F0502020204030203" pitchFamily="34" charset="0"/>
                        </a:rPr>
                        <a:t>Email của người dùng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8876981"/>
                  </a:ext>
                </a:extLst>
              </a:tr>
              <a:tr h="374904">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name</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Tên hiển thị</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4802532"/>
                  </a:ext>
                </a:extLst>
              </a:tr>
              <a:tr h="411480">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avatarUrl</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Đường dẫn ảnh đại diện (Lấy từ Google)</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184499"/>
                  </a:ext>
                </a:extLst>
              </a:tr>
              <a:tr h="365760">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createdAt</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Thời gian tạo tài khoản</a:t>
                      </a:r>
                    </a:p>
                  </a:txBody>
                  <a:tcPr marL="81977" marR="81977" marT="40988" marB="409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8363805"/>
                  </a:ext>
                </a:extLst>
              </a:tr>
            </a:tbl>
          </a:graphicData>
        </a:graphic>
      </p:graphicFrame>
      <p:sp>
        <p:nvSpPr>
          <p:cNvPr id="7" name="Text Placeholder 6">
            <a:extLst>
              <a:ext uri="{FF2B5EF4-FFF2-40B4-BE49-F238E27FC236}">
                <a16:creationId xmlns:a16="http://schemas.microsoft.com/office/drawing/2014/main" id="{2F8D8981-3ED7-625E-1916-784C90561307}"/>
              </a:ext>
            </a:extLst>
          </p:cNvPr>
          <p:cNvSpPr>
            <a:spLocks noGrp="1"/>
          </p:cNvSpPr>
          <p:nvPr>
            <p:ph type="body" sz="quarter" idx="13"/>
          </p:nvPr>
        </p:nvSpPr>
        <p:spPr/>
        <p:txBody>
          <a:bodyPr/>
          <a:lstStyle/>
          <a:p>
            <a:r>
              <a:rPr lang="en-US" altLang="en-US" b="1">
                <a:latin typeface="-apple-system"/>
              </a:rPr>
              <a:t>Mục đích:</a:t>
            </a:r>
            <a:r>
              <a:rPr lang="en-US" altLang="en-US">
                <a:latin typeface="-apple-system"/>
              </a:rPr>
              <a:t> Lưu trữ thông tin định danh từ Google.</a:t>
            </a:r>
            <a:endParaRPr lang="en-US" altLang="en-US" sz="5400">
              <a:latin typeface="Arial" panose="020B0604020202020204" pitchFamily="34" charset="0"/>
            </a:endParaRPr>
          </a:p>
        </p:txBody>
      </p:sp>
    </p:spTree>
    <p:extLst>
      <p:ext uri="{BB962C8B-B14F-4D97-AF65-F5344CB8AC3E}">
        <p14:creationId xmlns:p14="http://schemas.microsoft.com/office/powerpoint/2010/main" val="2179512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D7633-5E98-97FD-6633-6CD0B0BC0F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73EE1F-3269-CB44-F787-E1D6D8C29EB8}"/>
              </a:ext>
            </a:extLst>
          </p:cNvPr>
          <p:cNvSpPr>
            <a:spLocks noGrp="1"/>
          </p:cNvSpPr>
          <p:nvPr>
            <p:ph type="sldNum" sz="quarter" idx="12"/>
          </p:nvPr>
        </p:nvSpPr>
        <p:spPr/>
        <p:txBody>
          <a:bodyPr/>
          <a:lstStyle/>
          <a:p>
            <a:fld id="{9EA0BE3B-158A-4EDF-80DC-E394A0D1600F}" type="slidenum">
              <a:rPr lang="en-US" smtClean="0"/>
              <a:pPr/>
              <a:t>39</a:t>
            </a:fld>
            <a:endParaRPr lang="en-US"/>
          </a:p>
        </p:txBody>
      </p:sp>
      <p:sp>
        <p:nvSpPr>
          <p:cNvPr id="3" name="Title 2">
            <a:extLst>
              <a:ext uri="{FF2B5EF4-FFF2-40B4-BE49-F238E27FC236}">
                <a16:creationId xmlns:a16="http://schemas.microsoft.com/office/drawing/2014/main" id="{0B21C62E-9F9F-1F44-1BBE-BD65147907EC}"/>
              </a:ext>
            </a:extLst>
          </p:cNvPr>
          <p:cNvSpPr>
            <a:spLocks noGrp="1"/>
          </p:cNvSpPr>
          <p:nvPr>
            <p:ph type="title"/>
          </p:nvPr>
        </p:nvSpPr>
        <p:spPr/>
        <p:txBody>
          <a:bodyPr/>
          <a:lstStyle/>
          <a:p>
            <a:r>
              <a:rPr lang="en-US"/>
              <a:t>Thiết kế CSDL – Projects (1)</a:t>
            </a:r>
          </a:p>
        </p:txBody>
      </p:sp>
      <p:sp>
        <p:nvSpPr>
          <p:cNvPr id="7" name="Text Placeholder 6">
            <a:extLst>
              <a:ext uri="{FF2B5EF4-FFF2-40B4-BE49-F238E27FC236}">
                <a16:creationId xmlns:a16="http://schemas.microsoft.com/office/drawing/2014/main" id="{899E05A7-98C7-C02F-37C7-86D6CB6BD0D7}"/>
              </a:ext>
            </a:extLst>
          </p:cNvPr>
          <p:cNvSpPr>
            <a:spLocks noGrp="1"/>
          </p:cNvSpPr>
          <p:nvPr>
            <p:ph type="body" sz="quarter" idx="13"/>
          </p:nvPr>
        </p:nvSpPr>
        <p:spPr/>
        <p:txBody>
          <a:bodyPr/>
          <a:lstStyle/>
          <a:p>
            <a:r>
              <a:rPr lang="en-US" altLang="en-US" b="1">
                <a:latin typeface="-apple-system"/>
              </a:rPr>
              <a:t>Mục đích:</a:t>
            </a:r>
            <a:r>
              <a:rPr lang="en-US" altLang="en-US">
                <a:latin typeface="-apple-system"/>
              </a:rPr>
              <a:t> </a:t>
            </a:r>
            <a:r>
              <a:rPr lang="vi-VN" altLang="en-US">
                <a:latin typeface="-apple-system"/>
              </a:rPr>
              <a:t>Lưu thông tin dự án. Danh sách thành viên được nhúng trực tiếp vào đây.</a:t>
            </a:r>
            <a:endParaRPr lang="en-US" altLang="en-US" sz="5400">
              <a:latin typeface="Arial" panose="020B0604020202020204" pitchFamily="34" charset="0"/>
            </a:endParaRPr>
          </a:p>
        </p:txBody>
      </p:sp>
      <p:graphicFrame>
        <p:nvGraphicFramePr>
          <p:cNvPr id="4" name="Table 3">
            <a:extLst>
              <a:ext uri="{FF2B5EF4-FFF2-40B4-BE49-F238E27FC236}">
                <a16:creationId xmlns:a16="http://schemas.microsoft.com/office/drawing/2014/main" id="{E90BB56F-AA92-BD1C-E44D-B797E34EBE4E}"/>
              </a:ext>
            </a:extLst>
          </p:cNvPr>
          <p:cNvGraphicFramePr>
            <a:graphicFrameLocks noGrp="1"/>
          </p:cNvGraphicFramePr>
          <p:nvPr>
            <p:extLst>
              <p:ext uri="{D42A27DB-BD31-4B8C-83A1-F6EECF244321}">
                <p14:modId xmlns:p14="http://schemas.microsoft.com/office/powerpoint/2010/main" val="2975130483"/>
              </p:ext>
            </p:extLst>
          </p:nvPr>
        </p:nvGraphicFramePr>
        <p:xfrm>
          <a:off x="630936" y="1893828"/>
          <a:ext cx="8293845" cy="3604471"/>
        </p:xfrm>
        <a:graphic>
          <a:graphicData uri="http://schemas.openxmlformats.org/drawingml/2006/table">
            <a:tbl>
              <a:tblPr/>
              <a:tblGrid>
                <a:gridCol w="1645920">
                  <a:extLst>
                    <a:ext uri="{9D8B030D-6E8A-4147-A177-3AD203B41FA5}">
                      <a16:colId xmlns:a16="http://schemas.microsoft.com/office/drawing/2014/main" val="3299173717"/>
                    </a:ext>
                  </a:extLst>
                </a:gridCol>
                <a:gridCol w="1636776">
                  <a:extLst>
                    <a:ext uri="{9D8B030D-6E8A-4147-A177-3AD203B41FA5}">
                      <a16:colId xmlns:a16="http://schemas.microsoft.com/office/drawing/2014/main" val="1277485372"/>
                    </a:ext>
                  </a:extLst>
                </a:gridCol>
                <a:gridCol w="1042416">
                  <a:extLst>
                    <a:ext uri="{9D8B030D-6E8A-4147-A177-3AD203B41FA5}">
                      <a16:colId xmlns:a16="http://schemas.microsoft.com/office/drawing/2014/main" val="3108579133"/>
                    </a:ext>
                  </a:extLst>
                </a:gridCol>
                <a:gridCol w="3968733">
                  <a:extLst>
                    <a:ext uri="{9D8B030D-6E8A-4147-A177-3AD203B41FA5}">
                      <a16:colId xmlns:a16="http://schemas.microsoft.com/office/drawing/2014/main" val="3582736645"/>
                    </a:ext>
                  </a:extLst>
                </a:gridCol>
              </a:tblGrid>
              <a:tr h="441667">
                <a:tc>
                  <a:txBody>
                    <a:bodyPr/>
                    <a:lstStyle/>
                    <a:p>
                      <a:pPr algn="ctr">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(Field)</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 (Type)</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Bắt buộc</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 &amp; Ràng buộc</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642581"/>
                  </a:ext>
                </a:extLst>
              </a:tr>
              <a:tr h="325409">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_id</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Khóa chính</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2193024"/>
                  </a:ext>
                </a:extLst>
              </a:tr>
              <a:tr h="338328">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name</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Tên dự án</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028466"/>
                  </a:ext>
                </a:extLst>
              </a:tr>
              <a:tr h="356616">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description</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Mô tả ngắn về dự án</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6154618"/>
                  </a:ext>
                </a:extLst>
              </a:tr>
              <a:tr h="338328">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ownerId</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(Users). ID người tạo dự án</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0399130"/>
                  </a:ext>
                </a:extLst>
              </a:tr>
              <a:tr h="484632">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status</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Enum: [</a:t>
                      </a: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'ACTIVE</a:t>
                      </a: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 'ARCHIVED']. </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737328"/>
                  </a:ext>
                </a:extLst>
              </a:tr>
              <a:tr h="429768">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settings</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Cấu hình dự án (xem bảng chi tiết bên dưới)</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741935"/>
                  </a:ext>
                </a:extLst>
              </a:tr>
              <a:tr h="448056">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members</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Array of Objects</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Danh sách thành viên (xem bảng chi tiết bên dưới)</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5072083"/>
                  </a:ext>
                </a:extLst>
              </a:tr>
              <a:tr h="441667">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createdAt</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Thời gian tạo dự án</a:t>
                      </a:r>
                    </a:p>
                  </a:txBody>
                  <a:tcPr marL="65335" marR="65335" marT="32668" marB="32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7413763"/>
                  </a:ext>
                </a:extLst>
              </a:tr>
            </a:tbl>
          </a:graphicData>
        </a:graphic>
      </p:graphicFrame>
    </p:spTree>
    <p:extLst>
      <p:ext uri="{BB962C8B-B14F-4D97-AF65-F5344CB8AC3E}">
        <p14:creationId xmlns:p14="http://schemas.microsoft.com/office/powerpoint/2010/main" val="288090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83ABF-EBD3-8C2C-D83E-DA2D560BFD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34B792-1ED9-90D7-D5B1-64DB7E5D71EB}"/>
              </a:ext>
            </a:extLst>
          </p:cNvPr>
          <p:cNvSpPr>
            <a:spLocks noGrp="1"/>
          </p:cNvSpPr>
          <p:nvPr>
            <p:ph type="sldNum" sz="quarter" idx="12"/>
          </p:nvPr>
        </p:nvSpPr>
        <p:spPr/>
        <p:txBody>
          <a:bodyPr/>
          <a:lstStyle/>
          <a:p>
            <a:fld id="{9EA0BE3B-158A-4EDF-80DC-E394A0D1600F}" type="slidenum">
              <a:rPr lang="en-US" smtClean="0"/>
              <a:pPr/>
              <a:t>40</a:t>
            </a:fld>
            <a:endParaRPr lang="en-US"/>
          </a:p>
        </p:txBody>
      </p:sp>
      <p:sp>
        <p:nvSpPr>
          <p:cNvPr id="3" name="Title 2">
            <a:extLst>
              <a:ext uri="{FF2B5EF4-FFF2-40B4-BE49-F238E27FC236}">
                <a16:creationId xmlns:a16="http://schemas.microsoft.com/office/drawing/2014/main" id="{B2DE4DFF-C435-284D-A638-F177509A5B92}"/>
              </a:ext>
            </a:extLst>
          </p:cNvPr>
          <p:cNvSpPr>
            <a:spLocks noGrp="1"/>
          </p:cNvSpPr>
          <p:nvPr>
            <p:ph type="title"/>
          </p:nvPr>
        </p:nvSpPr>
        <p:spPr/>
        <p:txBody>
          <a:bodyPr/>
          <a:lstStyle/>
          <a:p>
            <a:r>
              <a:rPr lang="en-US"/>
              <a:t>Thiết kế CSDL – Projects (2)</a:t>
            </a:r>
          </a:p>
        </p:txBody>
      </p:sp>
      <p:sp>
        <p:nvSpPr>
          <p:cNvPr id="7" name="Text Placeholder 6">
            <a:extLst>
              <a:ext uri="{FF2B5EF4-FFF2-40B4-BE49-F238E27FC236}">
                <a16:creationId xmlns:a16="http://schemas.microsoft.com/office/drawing/2014/main" id="{5154DE53-B7DC-F08B-1A0A-E35797026808}"/>
              </a:ext>
            </a:extLst>
          </p:cNvPr>
          <p:cNvSpPr>
            <a:spLocks noGrp="1"/>
          </p:cNvSpPr>
          <p:nvPr>
            <p:ph type="body" sz="quarter" idx="13"/>
          </p:nvPr>
        </p:nvSpPr>
        <p:spPr>
          <a:xfrm>
            <a:off x="234950" y="963168"/>
            <a:ext cx="8674100" cy="561151"/>
          </a:xfrm>
        </p:spPr>
        <p:txBody>
          <a:bodyPr/>
          <a:lstStyle/>
          <a:p>
            <a:r>
              <a:rPr lang="en-US" altLang="en-US"/>
              <a:t>Cấu trúc phần tử trong mảng members</a:t>
            </a:r>
            <a:endParaRPr lang="en-US" altLang="en-US" sz="5400"/>
          </a:p>
        </p:txBody>
      </p:sp>
      <p:graphicFrame>
        <p:nvGraphicFramePr>
          <p:cNvPr id="5" name="Table 4">
            <a:extLst>
              <a:ext uri="{FF2B5EF4-FFF2-40B4-BE49-F238E27FC236}">
                <a16:creationId xmlns:a16="http://schemas.microsoft.com/office/drawing/2014/main" id="{141CE197-BA1D-FCF6-ABF6-F10B7A96AFFD}"/>
              </a:ext>
            </a:extLst>
          </p:cNvPr>
          <p:cNvGraphicFramePr>
            <a:graphicFrameLocks noGrp="1"/>
          </p:cNvGraphicFramePr>
          <p:nvPr>
            <p:extLst>
              <p:ext uri="{D42A27DB-BD31-4B8C-83A1-F6EECF244321}">
                <p14:modId xmlns:p14="http://schemas.microsoft.com/office/powerpoint/2010/main" val="66262955"/>
              </p:ext>
            </p:extLst>
          </p:nvPr>
        </p:nvGraphicFramePr>
        <p:xfrm>
          <a:off x="612663" y="1524319"/>
          <a:ext cx="8296259" cy="1112520"/>
        </p:xfrm>
        <a:graphic>
          <a:graphicData uri="http://schemas.openxmlformats.org/drawingml/2006/table">
            <a:tbl>
              <a:tblPr/>
              <a:tblGrid>
                <a:gridCol w="2157969">
                  <a:extLst>
                    <a:ext uri="{9D8B030D-6E8A-4147-A177-3AD203B41FA5}">
                      <a16:colId xmlns:a16="http://schemas.microsoft.com/office/drawing/2014/main" val="1087065919"/>
                    </a:ext>
                  </a:extLst>
                </a:gridCol>
                <a:gridCol w="1645920">
                  <a:extLst>
                    <a:ext uri="{9D8B030D-6E8A-4147-A177-3AD203B41FA5}">
                      <a16:colId xmlns:a16="http://schemas.microsoft.com/office/drawing/2014/main" val="2427344472"/>
                    </a:ext>
                  </a:extLst>
                </a:gridCol>
                <a:gridCol w="4492370">
                  <a:extLst>
                    <a:ext uri="{9D8B030D-6E8A-4147-A177-3AD203B41FA5}">
                      <a16:colId xmlns:a16="http://schemas.microsoft.com/office/drawing/2014/main" val="3129837469"/>
                    </a:ext>
                  </a:extLst>
                </a:gridCol>
              </a:tblGrid>
              <a:tr h="0">
                <a:tc>
                  <a:txBody>
                    <a:bodyPr/>
                    <a:lstStyle/>
                    <a:p>
                      <a:pPr algn="l">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con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0254055"/>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userId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(Users). ID thành viên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642330"/>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role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Enum: ['OWNER', 'LEADER', 'MEMBER']</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1679843"/>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joinedAt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Ngày tham gia vào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082808"/>
                  </a:ext>
                </a:extLst>
              </a:tr>
            </a:tbl>
          </a:graphicData>
        </a:graphic>
      </p:graphicFrame>
      <p:sp>
        <p:nvSpPr>
          <p:cNvPr id="6" name="Text Placeholder 6">
            <a:extLst>
              <a:ext uri="{FF2B5EF4-FFF2-40B4-BE49-F238E27FC236}">
                <a16:creationId xmlns:a16="http://schemas.microsoft.com/office/drawing/2014/main" id="{20CC206B-D85D-C4BB-A4CD-E7D38AB35141}"/>
              </a:ext>
            </a:extLst>
          </p:cNvPr>
          <p:cNvSpPr txBox="1">
            <a:spLocks/>
          </p:cNvSpPr>
          <p:nvPr/>
        </p:nvSpPr>
        <p:spPr>
          <a:xfrm>
            <a:off x="234823" y="2825815"/>
            <a:ext cx="8674100" cy="5611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Cấu trúc object settings</a:t>
            </a:r>
            <a:endParaRPr lang="en-US" altLang="en-US" sz="5400"/>
          </a:p>
        </p:txBody>
      </p:sp>
      <p:graphicFrame>
        <p:nvGraphicFramePr>
          <p:cNvPr id="8" name="Table 7">
            <a:extLst>
              <a:ext uri="{FF2B5EF4-FFF2-40B4-BE49-F238E27FC236}">
                <a16:creationId xmlns:a16="http://schemas.microsoft.com/office/drawing/2014/main" id="{EB571BEF-513D-4952-F3EB-9CE003AFCDE0}"/>
              </a:ext>
            </a:extLst>
          </p:cNvPr>
          <p:cNvGraphicFramePr>
            <a:graphicFrameLocks noGrp="1"/>
          </p:cNvGraphicFramePr>
          <p:nvPr>
            <p:extLst>
              <p:ext uri="{D42A27DB-BD31-4B8C-83A1-F6EECF244321}">
                <p14:modId xmlns:p14="http://schemas.microsoft.com/office/powerpoint/2010/main" val="1116629909"/>
              </p:ext>
            </p:extLst>
          </p:nvPr>
        </p:nvGraphicFramePr>
        <p:xfrm>
          <a:off x="612663" y="3381508"/>
          <a:ext cx="8296260" cy="834390"/>
        </p:xfrm>
        <a:graphic>
          <a:graphicData uri="http://schemas.openxmlformats.org/drawingml/2006/table">
            <a:tbl>
              <a:tblPr/>
              <a:tblGrid>
                <a:gridCol w="2157969">
                  <a:extLst>
                    <a:ext uri="{9D8B030D-6E8A-4147-A177-3AD203B41FA5}">
                      <a16:colId xmlns:a16="http://schemas.microsoft.com/office/drawing/2014/main" val="350303242"/>
                    </a:ext>
                  </a:extLst>
                </a:gridCol>
                <a:gridCol w="1609344">
                  <a:extLst>
                    <a:ext uri="{9D8B030D-6E8A-4147-A177-3AD203B41FA5}">
                      <a16:colId xmlns:a16="http://schemas.microsoft.com/office/drawing/2014/main" val="2915790992"/>
                    </a:ext>
                  </a:extLst>
                </a:gridCol>
                <a:gridCol w="4528947">
                  <a:extLst>
                    <a:ext uri="{9D8B030D-6E8A-4147-A177-3AD203B41FA5}">
                      <a16:colId xmlns:a16="http://schemas.microsoft.com/office/drawing/2014/main" val="2394409401"/>
                    </a:ext>
                  </a:extLst>
                </a:gridCol>
              </a:tblGrid>
              <a:tr h="0">
                <a:tc>
                  <a:txBody>
                    <a:bodyPr/>
                    <a:lstStyle/>
                    <a:p>
                      <a:pPr algn="l">
                        <a:buNone/>
                      </a:pPr>
                      <a:r>
                        <a:rPr lang="vi-VN" sz="1200" b="1">
                          <a:solidFill>
                            <a:schemeClr val="tx1"/>
                          </a:solidFill>
                          <a:effectLst/>
                        </a:rPr>
                        <a:t>Tên trường con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rPr>
                        <a:t>Kiểu dữ liệu</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238122"/>
                  </a:ext>
                </a:extLst>
              </a:tr>
              <a:tr h="0">
                <a:tc>
                  <a:txBody>
                    <a:bodyPr/>
                    <a:lstStyle/>
                    <a:p>
                      <a:pPr>
                        <a:buNone/>
                      </a:pPr>
                      <a:r>
                        <a:rPr lang="en-US" sz="1200">
                          <a:solidFill>
                            <a:schemeClr val="tx1"/>
                          </a:solidFill>
                          <a:effectLst/>
                          <a:latin typeface="Consolas" panose="020B0609020204030204" pitchFamily="49" charset="0"/>
                        </a:rPr>
                        <a:t>allowMemberViewAllTasks</a:t>
                      </a:r>
                      <a:endParaRPr lang="en-US" sz="1200">
                        <a:solidFill>
                          <a:schemeClr val="tx1"/>
                        </a:solidFill>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rPr>
                        <a:t>Boolean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a:solidFill>
                            <a:schemeClr val="tx1"/>
                          </a:solidFill>
                          <a:effectLst/>
                          <a:latin typeface="Consolas" panose="020B0609020204030204" pitchFamily="49" charset="0"/>
                        </a:rPr>
                        <a:t>true</a:t>
                      </a:r>
                      <a:r>
                        <a:rPr lang="vi-VN" sz="1200">
                          <a:solidFill>
                            <a:schemeClr val="tx1"/>
                          </a:solidFill>
                          <a:effectLst/>
                        </a:rPr>
                        <a:t>: Member xem hết task; </a:t>
                      </a:r>
                      <a:r>
                        <a:rPr lang="vi-VN" sz="1200">
                          <a:solidFill>
                            <a:schemeClr val="tx1"/>
                          </a:solidFill>
                          <a:effectLst/>
                          <a:latin typeface="Consolas" panose="020B0609020204030204" pitchFamily="49" charset="0"/>
                        </a:rPr>
                        <a:t>false</a:t>
                      </a:r>
                      <a:r>
                        <a:rPr lang="vi-VN" sz="1200">
                          <a:solidFill>
                            <a:schemeClr val="tx1"/>
                          </a:solidFill>
                          <a:effectLst/>
                        </a:rPr>
                        <a:t>: Chỉ xem task được giao</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511428"/>
                  </a:ext>
                </a:extLst>
              </a:tr>
              <a:tr h="0">
                <a:tc>
                  <a:txBody>
                    <a:bodyPr/>
                    <a:lstStyle/>
                    <a:p>
                      <a:pPr>
                        <a:buNone/>
                      </a:pPr>
                      <a:r>
                        <a:rPr lang="en-US" sz="1200">
                          <a:solidFill>
                            <a:schemeClr val="tx1"/>
                          </a:solidFill>
                          <a:effectLst/>
                          <a:latin typeface="Consolas" panose="020B0609020204030204" pitchFamily="49" charset="0"/>
                        </a:rPr>
                        <a:t>enableEmailReminders</a:t>
                      </a:r>
                      <a:endParaRPr lang="en-US" sz="1200">
                        <a:solidFill>
                          <a:schemeClr val="tx1"/>
                        </a:solidFill>
                        <a:effectLst/>
                      </a:endParaRP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rPr>
                        <a:t>Boolean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Consolas" panose="020B0609020204030204" pitchFamily="49" charset="0"/>
                        </a:rPr>
                        <a:t>true</a:t>
                      </a:r>
                      <a:r>
                        <a:rPr lang="en-US" sz="1200">
                          <a:solidFill>
                            <a:schemeClr val="tx1"/>
                          </a:solidFill>
                          <a:effectLst/>
                        </a:rPr>
                        <a:t>: Bật tính năng gửi mail nhắc nhở tự động; </a:t>
                      </a:r>
                      <a:r>
                        <a:rPr lang="en-US" sz="1200">
                          <a:solidFill>
                            <a:schemeClr val="tx1"/>
                          </a:solidFill>
                          <a:effectLst/>
                          <a:latin typeface="Consolas" panose="020B0609020204030204" pitchFamily="49" charset="0"/>
                        </a:rPr>
                        <a:t>false</a:t>
                      </a:r>
                      <a:r>
                        <a:rPr lang="en-US" sz="1200">
                          <a:solidFill>
                            <a:schemeClr val="tx1"/>
                          </a:solidFill>
                          <a:effectLst/>
                        </a:rPr>
                        <a:t>: Tắt tính năng</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2910446"/>
                  </a:ext>
                </a:extLst>
              </a:tr>
            </a:tbl>
          </a:graphicData>
        </a:graphic>
      </p:graphicFrame>
    </p:spTree>
    <p:extLst>
      <p:ext uri="{BB962C8B-B14F-4D97-AF65-F5344CB8AC3E}">
        <p14:creationId xmlns:p14="http://schemas.microsoft.com/office/powerpoint/2010/main" val="1560255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018C-D21E-06A2-9BB8-3D86F32329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B6EEAE-2042-C061-7F70-DBEC8C17A12D}"/>
              </a:ext>
            </a:extLst>
          </p:cNvPr>
          <p:cNvSpPr>
            <a:spLocks noGrp="1"/>
          </p:cNvSpPr>
          <p:nvPr>
            <p:ph type="sldNum" sz="quarter" idx="12"/>
          </p:nvPr>
        </p:nvSpPr>
        <p:spPr/>
        <p:txBody>
          <a:bodyPr/>
          <a:lstStyle/>
          <a:p>
            <a:fld id="{9EA0BE3B-158A-4EDF-80DC-E394A0D1600F}" type="slidenum">
              <a:rPr lang="en-US" smtClean="0"/>
              <a:pPr/>
              <a:t>41</a:t>
            </a:fld>
            <a:endParaRPr lang="en-US"/>
          </a:p>
        </p:txBody>
      </p:sp>
      <p:sp>
        <p:nvSpPr>
          <p:cNvPr id="3" name="Title 2">
            <a:extLst>
              <a:ext uri="{FF2B5EF4-FFF2-40B4-BE49-F238E27FC236}">
                <a16:creationId xmlns:a16="http://schemas.microsoft.com/office/drawing/2014/main" id="{C5EBC199-E1F8-4723-7898-42DA56263148}"/>
              </a:ext>
            </a:extLst>
          </p:cNvPr>
          <p:cNvSpPr>
            <a:spLocks noGrp="1"/>
          </p:cNvSpPr>
          <p:nvPr>
            <p:ph type="title"/>
          </p:nvPr>
        </p:nvSpPr>
        <p:spPr/>
        <p:txBody>
          <a:bodyPr/>
          <a:lstStyle/>
          <a:p>
            <a:r>
              <a:rPr lang="en-US"/>
              <a:t>Thiết kế CSDL – Tasks (1)</a:t>
            </a:r>
            <a:br>
              <a:rPr lang="en-US"/>
            </a:br>
            <a:endParaRPr lang="en-US"/>
          </a:p>
        </p:txBody>
      </p:sp>
      <p:sp>
        <p:nvSpPr>
          <p:cNvPr id="7" name="Text Placeholder 6">
            <a:extLst>
              <a:ext uri="{FF2B5EF4-FFF2-40B4-BE49-F238E27FC236}">
                <a16:creationId xmlns:a16="http://schemas.microsoft.com/office/drawing/2014/main" id="{7ACD73B7-5DB3-C681-6B69-450884330064}"/>
              </a:ext>
            </a:extLst>
          </p:cNvPr>
          <p:cNvSpPr>
            <a:spLocks noGrp="1"/>
          </p:cNvSpPr>
          <p:nvPr>
            <p:ph type="body" sz="quarter" idx="13"/>
          </p:nvPr>
        </p:nvSpPr>
        <p:spPr/>
        <p:txBody>
          <a:bodyPr/>
          <a:lstStyle/>
          <a:p>
            <a:r>
              <a:rPr lang="en-US" altLang="en-US" b="1"/>
              <a:t>Mục đích:</a:t>
            </a:r>
            <a:r>
              <a:rPr lang="en-US" altLang="en-US"/>
              <a:t> </a:t>
            </a:r>
            <a:r>
              <a:rPr lang="vi-VN"/>
              <a:t>Lưu trữ các đầu việc trong dự án</a:t>
            </a:r>
            <a:r>
              <a:rPr lang="en-US" altLang="en-US"/>
              <a:t>.</a:t>
            </a:r>
            <a:endParaRPr lang="en-US" altLang="en-US" sz="5400"/>
          </a:p>
        </p:txBody>
      </p:sp>
      <p:graphicFrame>
        <p:nvGraphicFramePr>
          <p:cNvPr id="4" name="Table 3">
            <a:extLst>
              <a:ext uri="{FF2B5EF4-FFF2-40B4-BE49-F238E27FC236}">
                <a16:creationId xmlns:a16="http://schemas.microsoft.com/office/drawing/2014/main" id="{970279A7-E616-D45D-EAB5-316968553F83}"/>
              </a:ext>
            </a:extLst>
          </p:cNvPr>
          <p:cNvGraphicFramePr>
            <a:graphicFrameLocks noGrp="1"/>
          </p:cNvGraphicFramePr>
          <p:nvPr>
            <p:extLst>
              <p:ext uri="{D42A27DB-BD31-4B8C-83A1-F6EECF244321}">
                <p14:modId xmlns:p14="http://schemas.microsoft.com/office/powerpoint/2010/main" val="3423293809"/>
              </p:ext>
            </p:extLst>
          </p:nvPr>
        </p:nvGraphicFramePr>
        <p:xfrm>
          <a:off x="597132" y="1556632"/>
          <a:ext cx="8311791" cy="3744735"/>
        </p:xfrm>
        <a:graphic>
          <a:graphicData uri="http://schemas.openxmlformats.org/drawingml/2006/table">
            <a:tbl>
              <a:tblPr/>
              <a:tblGrid>
                <a:gridCol w="1519679">
                  <a:extLst>
                    <a:ext uri="{9D8B030D-6E8A-4147-A177-3AD203B41FA5}">
                      <a16:colId xmlns:a16="http://schemas.microsoft.com/office/drawing/2014/main" val="1709720088"/>
                    </a:ext>
                  </a:extLst>
                </a:gridCol>
                <a:gridCol w="1522715">
                  <a:extLst>
                    <a:ext uri="{9D8B030D-6E8A-4147-A177-3AD203B41FA5}">
                      <a16:colId xmlns:a16="http://schemas.microsoft.com/office/drawing/2014/main" val="411401632"/>
                    </a:ext>
                  </a:extLst>
                </a:gridCol>
                <a:gridCol w="877611">
                  <a:extLst>
                    <a:ext uri="{9D8B030D-6E8A-4147-A177-3AD203B41FA5}">
                      <a16:colId xmlns:a16="http://schemas.microsoft.com/office/drawing/2014/main" val="452720748"/>
                    </a:ext>
                  </a:extLst>
                </a:gridCol>
                <a:gridCol w="4391786">
                  <a:extLst>
                    <a:ext uri="{9D8B030D-6E8A-4147-A177-3AD203B41FA5}">
                      <a16:colId xmlns:a16="http://schemas.microsoft.com/office/drawing/2014/main" val="3544735090"/>
                    </a:ext>
                  </a:extLst>
                </a:gridCol>
              </a:tblGrid>
              <a:tr h="285140">
                <a:tc>
                  <a:txBody>
                    <a:bodyPr/>
                    <a:lstStyle/>
                    <a:p>
                      <a:pPr algn="ctr">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(Field)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 (Type)</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Bắt buộc</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 &amp; Ràng buộc</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822384"/>
                  </a:ext>
                </a:extLst>
              </a:tr>
              <a:tr h="275807">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_id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Khóa chính</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69759"/>
                  </a:ext>
                </a:extLst>
              </a:tr>
              <a:tr h="32004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projectId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(Projects). Task thuộc dự án nào? </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073325"/>
                  </a:ext>
                </a:extLst>
              </a:tr>
              <a:tr h="27432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title</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Tên công việc</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1902981"/>
                  </a:ext>
                </a:extLst>
              </a:tr>
              <a:tr h="292608">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description</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Mô tả chi tiết</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4476108"/>
                  </a:ext>
                </a:extLst>
              </a:tr>
              <a:tr h="420624">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status</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Enum: [</a:t>
                      </a: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'TODO</a:t>
                      </a: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 'IN_PROGRESS', 'REVIEW', 'DONE'].</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4739871"/>
                  </a:ext>
                </a:extLst>
              </a:tr>
              <a:tr h="338328">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priority</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Enum: ['LOW', 'MEDIUM', 'HIGH']. Mặc định: MEDIUM</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3381625"/>
                  </a:ext>
                </a:extLst>
              </a:tr>
              <a:tr h="438912">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assigneeId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(Users). Người được giao việc. (Index)</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7774461"/>
                  </a:ext>
                </a:extLst>
              </a:tr>
              <a:tr h="384048">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dueAt</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Hạn chót hoàn thành. (Index phục vụ Cron Job nhắc nhở)</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4577581"/>
                  </a:ext>
                </a:extLst>
              </a:tr>
              <a:tr h="429768">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isReminded</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Boolean</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true nếu hệ thống đã gửi mail nhắc nhở. Mặc định: false</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0547250"/>
                  </a:ext>
                </a:extLst>
              </a:tr>
              <a:tr h="28514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attachments</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Array of Objects</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Không</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Danh sách file đính kèm</a:t>
                      </a:r>
                    </a:p>
                  </a:txBody>
                  <a:tcPr marL="42180" marR="42180" marT="21090" marB="210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871698"/>
                  </a:ext>
                </a:extLst>
              </a:tr>
            </a:tbl>
          </a:graphicData>
        </a:graphic>
      </p:graphicFrame>
    </p:spTree>
    <p:extLst>
      <p:ext uri="{BB962C8B-B14F-4D97-AF65-F5344CB8AC3E}">
        <p14:creationId xmlns:p14="http://schemas.microsoft.com/office/powerpoint/2010/main" val="2986918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55B0-C95A-A22D-E2E8-2491F6E8E2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E0FDB-4DA3-895B-AF3A-5DB7472A2EDC}"/>
              </a:ext>
            </a:extLst>
          </p:cNvPr>
          <p:cNvSpPr>
            <a:spLocks noGrp="1"/>
          </p:cNvSpPr>
          <p:nvPr>
            <p:ph type="sldNum" sz="quarter" idx="12"/>
          </p:nvPr>
        </p:nvSpPr>
        <p:spPr/>
        <p:txBody>
          <a:bodyPr/>
          <a:lstStyle/>
          <a:p>
            <a:fld id="{9EA0BE3B-158A-4EDF-80DC-E394A0D1600F}" type="slidenum">
              <a:rPr lang="en-US" smtClean="0"/>
              <a:pPr/>
              <a:t>42</a:t>
            </a:fld>
            <a:endParaRPr lang="en-US"/>
          </a:p>
        </p:txBody>
      </p:sp>
      <p:sp>
        <p:nvSpPr>
          <p:cNvPr id="3" name="Title 2">
            <a:extLst>
              <a:ext uri="{FF2B5EF4-FFF2-40B4-BE49-F238E27FC236}">
                <a16:creationId xmlns:a16="http://schemas.microsoft.com/office/drawing/2014/main" id="{5A56924A-7035-C0E0-D08A-2FBB4F81C93C}"/>
              </a:ext>
            </a:extLst>
          </p:cNvPr>
          <p:cNvSpPr>
            <a:spLocks noGrp="1"/>
          </p:cNvSpPr>
          <p:nvPr>
            <p:ph type="title"/>
          </p:nvPr>
        </p:nvSpPr>
        <p:spPr/>
        <p:txBody>
          <a:bodyPr/>
          <a:lstStyle/>
          <a:p>
            <a:r>
              <a:rPr lang="en-US"/>
              <a:t>Thiết kế CSDL – Tasks (2)</a:t>
            </a:r>
            <a:br>
              <a:rPr lang="en-US"/>
            </a:br>
            <a:endParaRPr lang="en-US"/>
          </a:p>
        </p:txBody>
      </p:sp>
      <p:sp>
        <p:nvSpPr>
          <p:cNvPr id="7" name="Text Placeholder 6">
            <a:extLst>
              <a:ext uri="{FF2B5EF4-FFF2-40B4-BE49-F238E27FC236}">
                <a16:creationId xmlns:a16="http://schemas.microsoft.com/office/drawing/2014/main" id="{5FF46D1E-A918-3B12-A722-FC3F65F3668E}"/>
              </a:ext>
            </a:extLst>
          </p:cNvPr>
          <p:cNvSpPr>
            <a:spLocks noGrp="1"/>
          </p:cNvSpPr>
          <p:nvPr>
            <p:ph type="body" sz="quarter" idx="13"/>
          </p:nvPr>
        </p:nvSpPr>
        <p:spPr/>
        <p:txBody>
          <a:bodyPr/>
          <a:lstStyle/>
          <a:p>
            <a:r>
              <a:rPr lang="en-US" altLang="en-US"/>
              <a:t>Cấu trúc phần tử trong mảng attachments</a:t>
            </a:r>
            <a:endParaRPr lang="en-US" altLang="en-US" sz="5400"/>
          </a:p>
        </p:txBody>
      </p:sp>
      <p:graphicFrame>
        <p:nvGraphicFramePr>
          <p:cNvPr id="5" name="Table 4">
            <a:extLst>
              <a:ext uri="{FF2B5EF4-FFF2-40B4-BE49-F238E27FC236}">
                <a16:creationId xmlns:a16="http://schemas.microsoft.com/office/drawing/2014/main" id="{56013C4A-0FC3-C909-A651-BEFDDADEA039}"/>
              </a:ext>
            </a:extLst>
          </p:cNvPr>
          <p:cNvGraphicFramePr>
            <a:graphicFrameLocks noGrp="1"/>
          </p:cNvGraphicFramePr>
          <p:nvPr>
            <p:extLst>
              <p:ext uri="{D42A27DB-BD31-4B8C-83A1-F6EECF244321}">
                <p14:modId xmlns:p14="http://schemas.microsoft.com/office/powerpoint/2010/main" val="3266328505"/>
              </p:ext>
            </p:extLst>
          </p:nvPr>
        </p:nvGraphicFramePr>
        <p:xfrm>
          <a:off x="528065" y="1639824"/>
          <a:ext cx="8380857" cy="1112520"/>
        </p:xfrm>
        <a:graphic>
          <a:graphicData uri="http://schemas.openxmlformats.org/drawingml/2006/table">
            <a:tbl>
              <a:tblPr/>
              <a:tblGrid>
                <a:gridCol w="1812799">
                  <a:extLst>
                    <a:ext uri="{9D8B030D-6E8A-4147-A177-3AD203B41FA5}">
                      <a16:colId xmlns:a16="http://schemas.microsoft.com/office/drawing/2014/main" val="3586566094"/>
                    </a:ext>
                  </a:extLst>
                </a:gridCol>
                <a:gridCol w="1901952">
                  <a:extLst>
                    <a:ext uri="{9D8B030D-6E8A-4147-A177-3AD203B41FA5}">
                      <a16:colId xmlns:a16="http://schemas.microsoft.com/office/drawing/2014/main" val="2723464818"/>
                    </a:ext>
                  </a:extLst>
                </a:gridCol>
                <a:gridCol w="4666106">
                  <a:extLst>
                    <a:ext uri="{9D8B030D-6E8A-4147-A177-3AD203B41FA5}">
                      <a16:colId xmlns:a16="http://schemas.microsoft.com/office/drawing/2014/main" val="1242526882"/>
                    </a:ext>
                  </a:extLst>
                </a:gridCol>
              </a:tblGrid>
              <a:tr h="0">
                <a:tc>
                  <a:txBody>
                    <a:bodyPr/>
                    <a:lstStyle/>
                    <a:p>
                      <a:pPr algn="ctr">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con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0300566"/>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fileName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Tên file hiển thị</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449068"/>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fileUrl</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Đường dẫn file trên Cloudinary</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257632"/>
                  </a:ext>
                </a:extLst>
              </a:tr>
              <a:tr h="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uploadedAt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Thời gian upload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8728231"/>
                  </a:ext>
                </a:extLst>
              </a:tr>
            </a:tbl>
          </a:graphicData>
        </a:graphic>
      </p:graphicFrame>
    </p:spTree>
    <p:extLst>
      <p:ext uri="{BB962C8B-B14F-4D97-AF65-F5344CB8AC3E}">
        <p14:creationId xmlns:p14="http://schemas.microsoft.com/office/powerpoint/2010/main" val="514131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2DD2-87FD-7583-F275-F31E5D9772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B49D3E-C4B6-8440-5005-9ED638B5E5DC}"/>
              </a:ext>
            </a:extLst>
          </p:cNvPr>
          <p:cNvSpPr>
            <a:spLocks noGrp="1"/>
          </p:cNvSpPr>
          <p:nvPr>
            <p:ph type="sldNum" sz="quarter" idx="12"/>
          </p:nvPr>
        </p:nvSpPr>
        <p:spPr/>
        <p:txBody>
          <a:bodyPr/>
          <a:lstStyle/>
          <a:p>
            <a:fld id="{9EA0BE3B-158A-4EDF-80DC-E394A0D1600F}" type="slidenum">
              <a:rPr lang="en-US" smtClean="0"/>
              <a:pPr/>
              <a:t>43</a:t>
            </a:fld>
            <a:endParaRPr lang="en-US"/>
          </a:p>
        </p:txBody>
      </p:sp>
      <p:sp>
        <p:nvSpPr>
          <p:cNvPr id="3" name="Title 2">
            <a:extLst>
              <a:ext uri="{FF2B5EF4-FFF2-40B4-BE49-F238E27FC236}">
                <a16:creationId xmlns:a16="http://schemas.microsoft.com/office/drawing/2014/main" id="{3FF1553E-460C-BDBC-53F1-0F3AA0576E36}"/>
              </a:ext>
            </a:extLst>
          </p:cNvPr>
          <p:cNvSpPr>
            <a:spLocks noGrp="1"/>
          </p:cNvSpPr>
          <p:nvPr>
            <p:ph type="title"/>
          </p:nvPr>
        </p:nvSpPr>
        <p:spPr/>
        <p:txBody>
          <a:bodyPr/>
          <a:lstStyle/>
          <a:p>
            <a:r>
              <a:rPr lang="en-US"/>
              <a:t>Thiết kế CSDL – Invitations</a:t>
            </a:r>
          </a:p>
        </p:txBody>
      </p:sp>
      <p:sp>
        <p:nvSpPr>
          <p:cNvPr id="7" name="Text Placeholder 6">
            <a:extLst>
              <a:ext uri="{FF2B5EF4-FFF2-40B4-BE49-F238E27FC236}">
                <a16:creationId xmlns:a16="http://schemas.microsoft.com/office/drawing/2014/main" id="{13714EEE-26B4-88C9-735C-B3300398CD35}"/>
              </a:ext>
            </a:extLst>
          </p:cNvPr>
          <p:cNvSpPr>
            <a:spLocks noGrp="1"/>
          </p:cNvSpPr>
          <p:nvPr>
            <p:ph type="body" sz="quarter" idx="13"/>
          </p:nvPr>
        </p:nvSpPr>
        <p:spPr/>
        <p:txBody>
          <a:bodyPr/>
          <a:lstStyle/>
          <a:p>
            <a:r>
              <a:rPr lang="en-US" altLang="en-US" b="1">
                <a:latin typeface="-apple-system"/>
              </a:rPr>
              <a:t>Mục đích:</a:t>
            </a:r>
            <a:r>
              <a:rPr lang="en-US" altLang="en-US">
                <a:latin typeface="-apple-system"/>
              </a:rPr>
              <a:t> </a:t>
            </a:r>
            <a:r>
              <a:rPr lang="en-US" altLang="en-US" sz="2600">
                <a:latin typeface="-apple-system"/>
              </a:rPr>
              <a:t>Quản lý các lời mời tham gia dự án gửi qua email.</a:t>
            </a:r>
            <a:endParaRPr lang="en-US" altLang="en-US" sz="2600">
              <a:latin typeface="Arial" panose="020B0604020202020204" pitchFamily="34" charset="0"/>
            </a:endParaRPr>
          </a:p>
        </p:txBody>
      </p:sp>
      <p:graphicFrame>
        <p:nvGraphicFramePr>
          <p:cNvPr id="4" name="Table 3">
            <a:extLst>
              <a:ext uri="{FF2B5EF4-FFF2-40B4-BE49-F238E27FC236}">
                <a16:creationId xmlns:a16="http://schemas.microsoft.com/office/drawing/2014/main" id="{9B6AF6CA-2A35-3250-5256-76FCD04F713E}"/>
              </a:ext>
            </a:extLst>
          </p:cNvPr>
          <p:cNvGraphicFramePr>
            <a:graphicFrameLocks noGrp="1"/>
          </p:cNvGraphicFramePr>
          <p:nvPr>
            <p:extLst>
              <p:ext uri="{D42A27DB-BD31-4B8C-83A1-F6EECF244321}">
                <p14:modId xmlns:p14="http://schemas.microsoft.com/office/powerpoint/2010/main" val="1151243747"/>
              </p:ext>
            </p:extLst>
          </p:nvPr>
        </p:nvGraphicFramePr>
        <p:xfrm>
          <a:off x="530351" y="1524908"/>
          <a:ext cx="8284704" cy="3516172"/>
        </p:xfrm>
        <a:graphic>
          <a:graphicData uri="http://schemas.openxmlformats.org/drawingml/2006/table">
            <a:tbl>
              <a:tblPr/>
              <a:tblGrid>
                <a:gridCol w="1700785">
                  <a:extLst>
                    <a:ext uri="{9D8B030D-6E8A-4147-A177-3AD203B41FA5}">
                      <a16:colId xmlns:a16="http://schemas.microsoft.com/office/drawing/2014/main" val="1433546779"/>
                    </a:ext>
                  </a:extLst>
                </a:gridCol>
                <a:gridCol w="1517904">
                  <a:extLst>
                    <a:ext uri="{9D8B030D-6E8A-4147-A177-3AD203B41FA5}">
                      <a16:colId xmlns:a16="http://schemas.microsoft.com/office/drawing/2014/main" val="130090991"/>
                    </a:ext>
                  </a:extLst>
                </a:gridCol>
                <a:gridCol w="1115568">
                  <a:extLst>
                    <a:ext uri="{9D8B030D-6E8A-4147-A177-3AD203B41FA5}">
                      <a16:colId xmlns:a16="http://schemas.microsoft.com/office/drawing/2014/main" val="1365365612"/>
                    </a:ext>
                  </a:extLst>
                </a:gridCol>
                <a:gridCol w="3950447">
                  <a:extLst>
                    <a:ext uri="{9D8B030D-6E8A-4147-A177-3AD203B41FA5}">
                      <a16:colId xmlns:a16="http://schemas.microsoft.com/office/drawing/2014/main" val="2171861137"/>
                    </a:ext>
                  </a:extLst>
                </a:gridCol>
              </a:tblGrid>
              <a:tr h="423360">
                <a:tc>
                  <a:txBody>
                    <a:bodyPr/>
                    <a:lstStyle/>
                    <a:p>
                      <a:pPr algn="l">
                        <a:buNone/>
                      </a:pPr>
                      <a:r>
                        <a:rPr lang="vi-VN" sz="1200" b="1">
                          <a:solidFill>
                            <a:schemeClr val="tx1"/>
                          </a:solidFill>
                          <a:effectLst/>
                          <a:latin typeface="Lato" panose="020F0502020204030203" pitchFamily="34" charset="0"/>
                          <a:ea typeface="Lato" panose="020F0502020204030203" pitchFamily="34" charset="0"/>
                          <a:cs typeface="Lato" panose="020F0502020204030203" pitchFamily="34" charset="0"/>
                        </a:rPr>
                        <a:t>Tên trường (Field)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Kiểu dữ liệu (Type)</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Bắt buộc</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200" b="1">
                          <a:solidFill>
                            <a:schemeClr val="tx1"/>
                          </a:solidFill>
                          <a:effectLst/>
                          <a:latin typeface="Lato" panose="020F0502020204030203" pitchFamily="34" charset="0"/>
                          <a:ea typeface="Lato" panose="020F0502020204030203" pitchFamily="34" charset="0"/>
                          <a:cs typeface="Lato" panose="020F0502020204030203" pitchFamily="34" charset="0"/>
                        </a:rPr>
                        <a:t>Mô tả &amp; Ràng buộc</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2393368"/>
                  </a:ext>
                </a:extLst>
              </a:tr>
              <a:tr h="242994">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_id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Khóa chính</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2954615"/>
                  </a:ext>
                </a:extLst>
              </a:tr>
              <a:tr h="366544">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projectId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(Projects). Mời vào dự án nào?</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321614"/>
                  </a:ext>
                </a:extLst>
              </a:tr>
              <a:tr h="439474">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inviterId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ObjectId</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Reference (Users). Ai là người mời?</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0847770"/>
                  </a:ext>
                </a:extLst>
              </a:tr>
              <a:tr h="42336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email</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a:solidFill>
                            <a:schemeClr val="tx1"/>
                          </a:solidFill>
                          <a:effectLst/>
                          <a:latin typeface="Lato" panose="020F0502020204030203" pitchFamily="34" charset="0"/>
                          <a:ea typeface="Lato" panose="020F0502020204030203" pitchFamily="34" charset="0"/>
                          <a:cs typeface="Lato" panose="020F0502020204030203" pitchFamily="34" charset="0"/>
                        </a:rPr>
                        <a:t>Email người nhận lời mời</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1921110"/>
                  </a:ext>
                </a:extLst>
              </a:tr>
              <a:tr h="371606">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role</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Vai trò dự kiến (Leader/Member)</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185949"/>
                  </a:ext>
                </a:extLst>
              </a:tr>
              <a:tr h="420624">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token</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String</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Unique. Chuỗi mã hóa dùng để xác thực khi bấm link</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6611057"/>
                  </a:ext>
                </a:extLst>
              </a:tr>
              <a:tr h="402336">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expiresAt</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Thời gian hết hạn của link mời (Ví dụ: sau 7 ngày)</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8311809"/>
                  </a:ext>
                </a:extLst>
              </a:tr>
              <a:tr h="423360">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createdAt</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Date</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Có</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solidFill>
                            <a:schemeClr val="tx1"/>
                          </a:solidFill>
                          <a:effectLst/>
                          <a:latin typeface="Lato" panose="020F0502020204030203" pitchFamily="34" charset="0"/>
                          <a:ea typeface="Lato" panose="020F0502020204030203" pitchFamily="34" charset="0"/>
                          <a:cs typeface="Lato" panose="020F0502020204030203" pitchFamily="34" charset="0"/>
                        </a:rPr>
                        <a:t>Thời gian gửi lời mời</a:t>
                      </a:r>
                    </a:p>
                  </a:txBody>
                  <a:tcPr marL="62627" marR="62627" marT="31314" marB="31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3253154"/>
                  </a:ext>
                </a:extLst>
              </a:tr>
            </a:tbl>
          </a:graphicData>
        </a:graphic>
      </p:graphicFrame>
    </p:spTree>
    <p:extLst>
      <p:ext uri="{BB962C8B-B14F-4D97-AF65-F5344CB8AC3E}">
        <p14:creationId xmlns:p14="http://schemas.microsoft.com/office/powerpoint/2010/main" val="224431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3B60-F5B3-D733-0FA1-7388E45A13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2A267E-C8B9-F5EB-8953-6E1596E7258B}"/>
              </a:ext>
            </a:extLst>
          </p:cNvPr>
          <p:cNvSpPr>
            <a:spLocks noGrp="1"/>
          </p:cNvSpPr>
          <p:nvPr>
            <p:ph type="sldNum" sz="quarter" idx="12"/>
          </p:nvPr>
        </p:nvSpPr>
        <p:spPr/>
        <p:txBody>
          <a:bodyPr/>
          <a:lstStyle/>
          <a:p>
            <a:fld id="{9EA0BE3B-158A-4EDF-80DC-E394A0D1600F}" type="slidenum">
              <a:rPr lang="en-US" smtClean="0"/>
              <a:pPr/>
              <a:t>44</a:t>
            </a:fld>
            <a:endParaRPr lang="en-US"/>
          </a:p>
        </p:txBody>
      </p:sp>
      <p:sp>
        <p:nvSpPr>
          <p:cNvPr id="3" name="Title 2">
            <a:extLst>
              <a:ext uri="{FF2B5EF4-FFF2-40B4-BE49-F238E27FC236}">
                <a16:creationId xmlns:a16="http://schemas.microsoft.com/office/drawing/2014/main" id="{1A9DB145-E793-E4CF-81A6-D2F515674823}"/>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EB22999C-27A3-47C9-3D41-99DF671C8D01}"/>
              </a:ext>
            </a:extLst>
          </p:cNvPr>
          <p:cNvSpPr>
            <a:spLocks noGrp="1"/>
          </p:cNvSpPr>
          <p:nvPr>
            <p:ph type="body" sz="quarter" idx="13"/>
          </p:nvPr>
        </p:nvSpPr>
        <p:spPr/>
        <p:txBody>
          <a:bodyPr/>
          <a:lstStyle/>
          <a:p>
            <a:r>
              <a:rPr lang="en-US">
                <a:solidFill>
                  <a:schemeClr val="bg1">
                    <a:lumMod val="65000"/>
                  </a:schemeClr>
                </a:solidFill>
              </a:rPr>
              <a:t>Tổng quan dự án</a:t>
            </a:r>
          </a:p>
          <a:p>
            <a:r>
              <a:rPr lang="en-US">
                <a:solidFill>
                  <a:schemeClr val="bg1">
                    <a:lumMod val="65000"/>
                  </a:schemeClr>
                </a:solidFill>
              </a:rPr>
              <a:t>Phân tích chức năng</a:t>
            </a:r>
          </a:p>
          <a:p>
            <a:r>
              <a:rPr lang="en-US">
                <a:solidFill>
                  <a:schemeClr val="bg1">
                    <a:lumMod val="65000"/>
                  </a:schemeClr>
                </a:solidFill>
              </a:rPr>
              <a:t>Thiết kế cơ sở dữ liệu</a:t>
            </a:r>
          </a:p>
          <a:p>
            <a:r>
              <a:rPr lang="en-US"/>
              <a:t>Thiết kế API</a:t>
            </a:r>
          </a:p>
          <a:p>
            <a:r>
              <a:rPr lang="en-US">
                <a:solidFill>
                  <a:schemeClr val="bg1">
                    <a:lumMod val="65000"/>
                  </a:schemeClr>
                </a:solidFill>
              </a:rPr>
              <a:t>Thiết kế giao diện (Mockup)</a:t>
            </a:r>
          </a:p>
        </p:txBody>
      </p:sp>
    </p:spTree>
    <p:extLst>
      <p:ext uri="{BB962C8B-B14F-4D97-AF65-F5344CB8AC3E}">
        <p14:creationId xmlns:p14="http://schemas.microsoft.com/office/powerpoint/2010/main" val="2376792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9A832-FEBA-9939-8231-DA9AFECF48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8F76C7-D05A-053E-ADC2-039B2D29CB26}"/>
              </a:ext>
            </a:extLst>
          </p:cNvPr>
          <p:cNvSpPr>
            <a:spLocks noGrp="1"/>
          </p:cNvSpPr>
          <p:nvPr>
            <p:ph type="sldNum" sz="quarter" idx="12"/>
          </p:nvPr>
        </p:nvSpPr>
        <p:spPr/>
        <p:txBody>
          <a:bodyPr/>
          <a:lstStyle/>
          <a:p>
            <a:fld id="{9EA0BE3B-158A-4EDF-80DC-E394A0D1600F}" type="slidenum">
              <a:rPr lang="en-US" smtClean="0"/>
              <a:pPr/>
              <a:t>45</a:t>
            </a:fld>
            <a:endParaRPr lang="en-US"/>
          </a:p>
        </p:txBody>
      </p:sp>
      <p:sp>
        <p:nvSpPr>
          <p:cNvPr id="3" name="Title 2">
            <a:extLst>
              <a:ext uri="{FF2B5EF4-FFF2-40B4-BE49-F238E27FC236}">
                <a16:creationId xmlns:a16="http://schemas.microsoft.com/office/drawing/2014/main" id="{0DF091FA-AC6D-34A1-42C1-500D0634BDF9}"/>
              </a:ext>
            </a:extLst>
          </p:cNvPr>
          <p:cNvSpPr>
            <a:spLocks noGrp="1"/>
          </p:cNvSpPr>
          <p:nvPr>
            <p:ph type="title"/>
          </p:nvPr>
        </p:nvSpPr>
        <p:spPr/>
        <p:txBody>
          <a:bodyPr/>
          <a:lstStyle/>
          <a:p>
            <a:r>
              <a:rPr lang="en-US"/>
              <a:t>Thiết kế API</a:t>
            </a:r>
          </a:p>
        </p:txBody>
      </p:sp>
      <p:sp>
        <p:nvSpPr>
          <p:cNvPr id="7" name="Text Placeholder 6">
            <a:extLst>
              <a:ext uri="{FF2B5EF4-FFF2-40B4-BE49-F238E27FC236}">
                <a16:creationId xmlns:a16="http://schemas.microsoft.com/office/drawing/2014/main" id="{48FC222A-8E54-FD3D-20E7-B50FD1D7D1AB}"/>
              </a:ext>
            </a:extLst>
          </p:cNvPr>
          <p:cNvSpPr>
            <a:spLocks noGrp="1"/>
          </p:cNvSpPr>
          <p:nvPr>
            <p:ph type="body" sz="quarter" idx="13"/>
          </p:nvPr>
        </p:nvSpPr>
        <p:spPr>
          <a:xfrm>
            <a:off x="234950" y="963168"/>
            <a:ext cx="8674100" cy="573024"/>
          </a:xfrm>
        </p:spPr>
        <p:txBody>
          <a:bodyPr/>
          <a:lstStyle/>
          <a:p>
            <a:r>
              <a:rPr lang="en-US" b="1"/>
              <a:t>Auth &amp; User</a:t>
            </a:r>
          </a:p>
        </p:txBody>
      </p:sp>
      <p:graphicFrame>
        <p:nvGraphicFramePr>
          <p:cNvPr id="5" name="Table 4">
            <a:extLst>
              <a:ext uri="{FF2B5EF4-FFF2-40B4-BE49-F238E27FC236}">
                <a16:creationId xmlns:a16="http://schemas.microsoft.com/office/drawing/2014/main" id="{7924A611-7A7A-A628-8F18-975669D56464}"/>
              </a:ext>
            </a:extLst>
          </p:cNvPr>
          <p:cNvGraphicFramePr>
            <a:graphicFrameLocks noGrp="1"/>
          </p:cNvGraphicFramePr>
          <p:nvPr>
            <p:extLst>
              <p:ext uri="{D42A27DB-BD31-4B8C-83A1-F6EECF244321}">
                <p14:modId xmlns:p14="http://schemas.microsoft.com/office/powerpoint/2010/main" val="632078126"/>
              </p:ext>
            </p:extLst>
          </p:nvPr>
        </p:nvGraphicFramePr>
        <p:xfrm>
          <a:off x="436625" y="1536192"/>
          <a:ext cx="8488156" cy="1108710"/>
        </p:xfrm>
        <a:graphic>
          <a:graphicData uri="http://schemas.openxmlformats.org/drawingml/2006/table">
            <a:tbl>
              <a:tblPr/>
              <a:tblGrid>
                <a:gridCol w="1156101">
                  <a:extLst>
                    <a:ext uri="{9D8B030D-6E8A-4147-A177-3AD203B41FA5}">
                      <a16:colId xmlns:a16="http://schemas.microsoft.com/office/drawing/2014/main" val="822138905"/>
                    </a:ext>
                  </a:extLst>
                </a:gridCol>
                <a:gridCol w="2247754">
                  <a:extLst>
                    <a:ext uri="{9D8B030D-6E8A-4147-A177-3AD203B41FA5}">
                      <a16:colId xmlns:a16="http://schemas.microsoft.com/office/drawing/2014/main" val="2720272440"/>
                    </a:ext>
                  </a:extLst>
                </a:gridCol>
                <a:gridCol w="5084301">
                  <a:extLst>
                    <a:ext uri="{9D8B030D-6E8A-4147-A177-3AD203B41FA5}">
                      <a16:colId xmlns:a16="http://schemas.microsoft.com/office/drawing/2014/main" val="1656885500"/>
                    </a:ext>
                  </a:extLst>
                </a:gridCol>
              </a:tblGrid>
              <a:tr h="0">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Method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Endpoint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001897"/>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/api/auth/google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Đăng nhập bằng Google Token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2407667"/>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GET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/api/auth/me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Lấy thông tin user hiện tại</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3935884"/>
                  </a:ext>
                </a:extLst>
              </a:tr>
            </a:tbl>
          </a:graphicData>
        </a:graphic>
      </p:graphicFrame>
      <p:sp>
        <p:nvSpPr>
          <p:cNvPr id="6" name="Text Placeholder 6">
            <a:extLst>
              <a:ext uri="{FF2B5EF4-FFF2-40B4-BE49-F238E27FC236}">
                <a16:creationId xmlns:a16="http://schemas.microsoft.com/office/drawing/2014/main" id="{8041F65B-A0F7-A79C-47EE-101BDEFD391C}"/>
              </a:ext>
            </a:extLst>
          </p:cNvPr>
          <p:cNvSpPr txBox="1">
            <a:spLocks/>
          </p:cNvSpPr>
          <p:nvPr/>
        </p:nvSpPr>
        <p:spPr>
          <a:xfrm>
            <a:off x="234823" y="2889823"/>
            <a:ext cx="8674100" cy="573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Projects</a:t>
            </a:r>
          </a:p>
        </p:txBody>
      </p:sp>
      <p:graphicFrame>
        <p:nvGraphicFramePr>
          <p:cNvPr id="8" name="Table 7">
            <a:extLst>
              <a:ext uri="{FF2B5EF4-FFF2-40B4-BE49-F238E27FC236}">
                <a16:creationId xmlns:a16="http://schemas.microsoft.com/office/drawing/2014/main" id="{A43D1465-57E9-79AC-0807-F08D7139FB1A}"/>
              </a:ext>
            </a:extLst>
          </p:cNvPr>
          <p:cNvGraphicFramePr>
            <a:graphicFrameLocks noGrp="1"/>
          </p:cNvGraphicFramePr>
          <p:nvPr>
            <p:extLst>
              <p:ext uri="{D42A27DB-BD31-4B8C-83A1-F6EECF244321}">
                <p14:modId xmlns:p14="http://schemas.microsoft.com/office/powerpoint/2010/main" val="3922269043"/>
              </p:ext>
            </p:extLst>
          </p:nvPr>
        </p:nvGraphicFramePr>
        <p:xfrm>
          <a:off x="436625" y="3521967"/>
          <a:ext cx="8488158" cy="2217420"/>
        </p:xfrm>
        <a:graphic>
          <a:graphicData uri="http://schemas.openxmlformats.org/drawingml/2006/table">
            <a:tbl>
              <a:tblPr/>
              <a:tblGrid>
                <a:gridCol w="1191007">
                  <a:extLst>
                    <a:ext uri="{9D8B030D-6E8A-4147-A177-3AD203B41FA5}">
                      <a16:colId xmlns:a16="http://schemas.microsoft.com/office/drawing/2014/main" val="1564072502"/>
                    </a:ext>
                  </a:extLst>
                </a:gridCol>
                <a:gridCol w="2240280">
                  <a:extLst>
                    <a:ext uri="{9D8B030D-6E8A-4147-A177-3AD203B41FA5}">
                      <a16:colId xmlns:a16="http://schemas.microsoft.com/office/drawing/2014/main" val="3284853149"/>
                    </a:ext>
                  </a:extLst>
                </a:gridCol>
                <a:gridCol w="5056871">
                  <a:extLst>
                    <a:ext uri="{9D8B030D-6E8A-4147-A177-3AD203B41FA5}">
                      <a16:colId xmlns:a16="http://schemas.microsoft.com/office/drawing/2014/main" val="2934409319"/>
                    </a:ext>
                  </a:extLst>
                </a:gridCol>
              </a:tblGrid>
              <a:tr h="0">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Method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Endpoint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6753743"/>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GET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Lấy danh sách dự án đã tham gia</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197615"/>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Tạo dự án mới</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811654"/>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GET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Xem chi tiết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7672260"/>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PATCH</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Cập nhật thông tin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707009"/>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DELETE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Xóa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613879"/>
                  </a:ext>
                </a:extLst>
              </a:tr>
            </a:tbl>
          </a:graphicData>
        </a:graphic>
      </p:graphicFrame>
    </p:spTree>
    <p:extLst>
      <p:ext uri="{BB962C8B-B14F-4D97-AF65-F5344CB8AC3E}">
        <p14:creationId xmlns:p14="http://schemas.microsoft.com/office/powerpoint/2010/main" val="21113317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1E42-1174-34AC-EEF7-2439714EE0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EAE5D-94E1-2031-841D-66F000447D89}"/>
              </a:ext>
            </a:extLst>
          </p:cNvPr>
          <p:cNvSpPr>
            <a:spLocks noGrp="1"/>
          </p:cNvSpPr>
          <p:nvPr>
            <p:ph type="sldNum" sz="quarter" idx="12"/>
          </p:nvPr>
        </p:nvSpPr>
        <p:spPr/>
        <p:txBody>
          <a:bodyPr/>
          <a:lstStyle/>
          <a:p>
            <a:fld id="{9EA0BE3B-158A-4EDF-80DC-E394A0D1600F}" type="slidenum">
              <a:rPr lang="en-US" smtClean="0"/>
              <a:pPr/>
              <a:t>46</a:t>
            </a:fld>
            <a:endParaRPr lang="en-US"/>
          </a:p>
        </p:txBody>
      </p:sp>
      <p:sp>
        <p:nvSpPr>
          <p:cNvPr id="3" name="Title 2">
            <a:extLst>
              <a:ext uri="{FF2B5EF4-FFF2-40B4-BE49-F238E27FC236}">
                <a16:creationId xmlns:a16="http://schemas.microsoft.com/office/drawing/2014/main" id="{9F384EAE-70A0-663E-9093-06F3DC755A91}"/>
              </a:ext>
            </a:extLst>
          </p:cNvPr>
          <p:cNvSpPr>
            <a:spLocks noGrp="1"/>
          </p:cNvSpPr>
          <p:nvPr>
            <p:ph type="title"/>
          </p:nvPr>
        </p:nvSpPr>
        <p:spPr/>
        <p:txBody>
          <a:bodyPr/>
          <a:lstStyle/>
          <a:p>
            <a:r>
              <a:rPr lang="en-US"/>
              <a:t>Thiết kế API</a:t>
            </a:r>
          </a:p>
        </p:txBody>
      </p:sp>
      <p:sp>
        <p:nvSpPr>
          <p:cNvPr id="7" name="Text Placeholder 6">
            <a:extLst>
              <a:ext uri="{FF2B5EF4-FFF2-40B4-BE49-F238E27FC236}">
                <a16:creationId xmlns:a16="http://schemas.microsoft.com/office/drawing/2014/main" id="{C2659A01-76DB-ABA9-815E-5E87205C1E58}"/>
              </a:ext>
            </a:extLst>
          </p:cNvPr>
          <p:cNvSpPr>
            <a:spLocks noGrp="1"/>
          </p:cNvSpPr>
          <p:nvPr>
            <p:ph type="body" sz="quarter" idx="13"/>
          </p:nvPr>
        </p:nvSpPr>
        <p:spPr>
          <a:xfrm>
            <a:off x="234950" y="963168"/>
            <a:ext cx="8674100" cy="573024"/>
          </a:xfrm>
        </p:spPr>
        <p:txBody>
          <a:bodyPr/>
          <a:lstStyle/>
          <a:p>
            <a:r>
              <a:rPr lang="en-US" b="1"/>
              <a:t>Members</a:t>
            </a:r>
          </a:p>
        </p:txBody>
      </p:sp>
      <p:sp>
        <p:nvSpPr>
          <p:cNvPr id="6" name="Text Placeholder 6">
            <a:extLst>
              <a:ext uri="{FF2B5EF4-FFF2-40B4-BE49-F238E27FC236}">
                <a16:creationId xmlns:a16="http://schemas.microsoft.com/office/drawing/2014/main" id="{AC5190B9-0430-E1EA-5DAA-84CA6C892EF1}"/>
              </a:ext>
            </a:extLst>
          </p:cNvPr>
          <p:cNvSpPr txBox="1">
            <a:spLocks/>
          </p:cNvSpPr>
          <p:nvPr/>
        </p:nvSpPr>
        <p:spPr>
          <a:xfrm>
            <a:off x="234823" y="3222481"/>
            <a:ext cx="8674100" cy="573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Invitations</a:t>
            </a:r>
          </a:p>
        </p:txBody>
      </p:sp>
      <p:graphicFrame>
        <p:nvGraphicFramePr>
          <p:cNvPr id="4" name="Table 3">
            <a:extLst>
              <a:ext uri="{FF2B5EF4-FFF2-40B4-BE49-F238E27FC236}">
                <a16:creationId xmlns:a16="http://schemas.microsoft.com/office/drawing/2014/main" id="{423B06BB-95BA-EECC-EC65-38BB4FA3DE94}"/>
              </a:ext>
            </a:extLst>
          </p:cNvPr>
          <p:cNvGraphicFramePr>
            <a:graphicFrameLocks noGrp="1"/>
          </p:cNvGraphicFramePr>
          <p:nvPr>
            <p:extLst>
              <p:ext uri="{D42A27DB-BD31-4B8C-83A1-F6EECF244321}">
                <p14:modId xmlns:p14="http://schemas.microsoft.com/office/powerpoint/2010/main" val="7235652"/>
              </p:ext>
            </p:extLst>
          </p:nvPr>
        </p:nvGraphicFramePr>
        <p:xfrm>
          <a:off x="409193" y="1459521"/>
          <a:ext cx="8499729" cy="1478280"/>
        </p:xfrm>
        <a:graphic>
          <a:graphicData uri="http://schemas.openxmlformats.org/drawingml/2006/table">
            <a:tbl>
              <a:tblPr/>
              <a:tblGrid>
                <a:gridCol w="1428751">
                  <a:extLst>
                    <a:ext uri="{9D8B030D-6E8A-4147-A177-3AD203B41FA5}">
                      <a16:colId xmlns:a16="http://schemas.microsoft.com/office/drawing/2014/main" val="3282374909"/>
                    </a:ext>
                  </a:extLst>
                </a:gridCol>
                <a:gridCol w="3730752">
                  <a:extLst>
                    <a:ext uri="{9D8B030D-6E8A-4147-A177-3AD203B41FA5}">
                      <a16:colId xmlns:a16="http://schemas.microsoft.com/office/drawing/2014/main" val="1605854208"/>
                    </a:ext>
                  </a:extLst>
                </a:gridCol>
                <a:gridCol w="3340226">
                  <a:extLst>
                    <a:ext uri="{9D8B030D-6E8A-4147-A177-3AD203B41FA5}">
                      <a16:colId xmlns:a16="http://schemas.microsoft.com/office/drawing/2014/main" val="4113995693"/>
                    </a:ext>
                  </a:extLst>
                </a:gridCol>
              </a:tblGrid>
              <a:tr h="0">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Method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Endpoint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6989731"/>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PATCH</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/api/projects/:id/members/:userId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Đổi role thành viên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452448"/>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DELETE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/api/projects/:id/members/:userId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Xóa thành viên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902242"/>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/api/projects/:id/leave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Tự rời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42462"/>
                  </a:ext>
                </a:extLst>
              </a:tr>
            </a:tbl>
          </a:graphicData>
        </a:graphic>
      </p:graphicFrame>
      <p:graphicFrame>
        <p:nvGraphicFramePr>
          <p:cNvPr id="9" name="Table 8">
            <a:extLst>
              <a:ext uri="{FF2B5EF4-FFF2-40B4-BE49-F238E27FC236}">
                <a16:creationId xmlns:a16="http://schemas.microsoft.com/office/drawing/2014/main" id="{99FDA0C8-9BFE-A982-6EA7-865C37496DA8}"/>
              </a:ext>
            </a:extLst>
          </p:cNvPr>
          <p:cNvGraphicFramePr>
            <a:graphicFrameLocks noGrp="1"/>
          </p:cNvGraphicFramePr>
          <p:nvPr>
            <p:extLst>
              <p:ext uri="{D42A27DB-BD31-4B8C-83A1-F6EECF244321}">
                <p14:modId xmlns:p14="http://schemas.microsoft.com/office/powerpoint/2010/main" val="2875102740"/>
              </p:ext>
            </p:extLst>
          </p:nvPr>
        </p:nvGraphicFramePr>
        <p:xfrm>
          <a:off x="450531" y="3777127"/>
          <a:ext cx="8417052" cy="1108710"/>
        </p:xfrm>
        <a:graphic>
          <a:graphicData uri="http://schemas.openxmlformats.org/drawingml/2006/table">
            <a:tbl>
              <a:tblPr/>
              <a:tblGrid>
                <a:gridCol w="1405701">
                  <a:extLst>
                    <a:ext uri="{9D8B030D-6E8A-4147-A177-3AD203B41FA5}">
                      <a16:colId xmlns:a16="http://schemas.microsoft.com/office/drawing/2014/main" val="1214354397"/>
                    </a:ext>
                  </a:extLst>
                </a:gridCol>
                <a:gridCol w="3749040">
                  <a:extLst>
                    <a:ext uri="{9D8B030D-6E8A-4147-A177-3AD203B41FA5}">
                      <a16:colId xmlns:a16="http://schemas.microsoft.com/office/drawing/2014/main" val="3636463675"/>
                    </a:ext>
                  </a:extLst>
                </a:gridCol>
                <a:gridCol w="3262311">
                  <a:extLst>
                    <a:ext uri="{9D8B030D-6E8A-4147-A177-3AD203B41FA5}">
                      <a16:colId xmlns:a16="http://schemas.microsoft.com/office/drawing/2014/main" val="3311999513"/>
                    </a:ext>
                  </a:extLst>
                </a:gridCol>
              </a:tblGrid>
              <a:tr h="0">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Method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Endpoint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7385695"/>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/api/invitations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Gửi email mời tham gia dự án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3788853"/>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/api/invitations/accept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Xác nhận tham gia qua Token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2332108"/>
                  </a:ext>
                </a:extLst>
              </a:tr>
            </a:tbl>
          </a:graphicData>
        </a:graphic>
      </p:graphicFrame>
    </p:spTree>
    <p:extLst>
      <p:ext uri="{BB962C8B-B14F-4D97-AF65-F5344CB8AC3E}">
        <p14:creationId xmlns:p14="http://schemas.microsoft.com/office/powerpoint/2010/main" val="4159663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B3F71-28D4-AABF-8923-A0A7012F9B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8240AC-422F-C6D9-3CE0-239C130AB250}"/>
              </a:ext>
            </a:extLst>
          </p:cNvPr>
          <p:cNvSpPr>
            <a:spLocks noGrp="1"/>
          </p:cNvSpPr>
          <p:nvPr>
            <p:ph type="sldNum" sz="quarter" idx="12"/>
          </p:nvPr>
        </p:nvSpPr>
        <p:spPr/>
        <p:txBody>
          <a:bodyPr/>
          <a:lstStyle/>
          <a:p>
            <a:fld id="{9EA0BE3B-158A-4EDF-80DC-E394A0D1600F}" type="slidenum">
              <a:rPr lang="en-US" smtClean="0"/>
              <a:pPr/>
              <a:t>47</a:t>
            </a:fld>
            <a:endParaRPr lang="en-US"/>
          </a:p>
        </p:txBody>
      </p:sp>
      <p:sp>
        <p:nvSpPr>
          <p:cNvPr id="3" name="Title 2">
            <a:extLst>
              <a:ext uri="{FF2B5EF4-FFF2-40B4-BE49-F238E27FC236}">
                <a16:creationId xmlns:a16="http://schemas.microsoft.com/office/drawing/2014/main" id="{0280CD72-57F6-027B-2852-97AB149E23CA}"/>
              </a:ext>
            </a:extLst>
          </p:cNvPr>
          <p:cNvSpPr>
            <a:spLocks noGrp="1"/>
          </p:cNvSpPr>
          <p:nvPr>
            <p:ph type="title"/>
          </p:nvPr>
        </p:nvSpPr>
        <p:spPr/>
        <p:txBody>
          <a:bodyPr/>
          <a:lstStyle/>
          <a:p>
            <a:r>
              <a:rPr lang="en-US"/>
              <a:t>Thiết kế API</a:t>
            </a:r>
          </a:p>
        </p:txBody>
      </p:sp>
      <p:sp>
        <p:nvSpPr>
          <p:cNvPr id="7" name="Text Placeholder 6">
            <a:extLst>
              <a:ext uri="{FF2B5EF4-FFF2-40B4-BE49-F238E27FC236}">
                <a16:creationId xmlns:a16="http://schemas.microsoft.com/office/drawing/2014/main" id="{58CF14E1-0353-4C65-DC70-6E7E451E228E}"/>
              </a:ext>
            </a:extLst>
          </p:cNvPr>
          <p:cNvSpPr>
            <a:spLocks noGrp="1"/>
          </p:cNvSpPr>
          <p:nvPr>
            <p:ph type="body" sz="quarter" idx="13"/>
          </p:nvPr>
        </p:nvSpPr>
        <p:spPr>
          <a:xfrm>
            <a:off x="234950" y="963168"/>
            <a:ext cx="8674100" cy="573024"/>
          </a:xfrm>
        </p:spPr>
        <p:txBody>
          <a:bodyPr/>
          <a:lstStyle/>
          <a:p>
            <a:r>
              <a:rPr lang="en-US" b="1"/>
              <a:t>Tasks</a:t>
            </a:r>
          </a:p>
          <a:p>
            <a:endParaRPr lang="en-US" b="1"/>
          </a:p>
        </p:txBody>
      </p:sp>
      <p:graphicFrame>
        <p:nvGraphicFramePr>
          <p:cNvPr id="5" name="Table 4">
            <a:extLst>
              <a:ext uri="{FF2B5EF4-FFF2-40B4-BE49-F238E27FC236}">
                <a16:creationId xmlns:a16="http://schemas.microsoft.com/office/drawing/2014/main" id="{11CEECD4-497B-8F62-8962-93983E03B583}"/>
              </a:ext>
            </a:extLst>
          </p:cNvPr>
          <p:cNvGraphicFramePr>
            <a:graphicFrameLocks noGrp="1"/>
          </p:cNvGraphicFramePr>
          <p:nvPr>
            <p:extLst>
              <p:ext uri="{D42A27DB-BD31-4B8C-83A1-F6EECF244321}">
                <p14:modId xmlns:p14="http://schemas.microsoft.com/office/powerpoint/2010/main" val="3806083802"/>
              </p:ext>
            </p:extLst>
          </p:nvPr>
        </p:nvGraphicFramePr>
        <p:xfrm>
          <a:off x="418719" y="1536192"/>
          <a:ext cx="8405241" cy="2586990"/>
        </p:xfrm>
        <a:graphic>
          <a:graphicData uri="http://schemas.openxmlformats.org/drawingml/2006/table">
            <a:tbl>
              <a:tblPr/>
              <a:tblGrid>
                <a:gridCol w="1190625">
                  <a:extLst>
                    <a:ext uri="{9D8B030D-6E8A-4147-A177-3AD203B41FA5}">
                      <a16:colId xmlns:a16="http://schemas.microsoft.com/office/drawing/2014/main" val="3112516211"/>
                    </a:ext>
                  </a:extLst>
                </a:gridCol>
                <a:gridCol w="3438144">
                  <a:extLst>
                    <a:ext uri="{9D8B030D-6E8A-4147-A177-3AD203B41FA5}">
                      <a16:colId xmlns:a16="http://schemas.microsoft.com/office/drawing/2014/main" val="4203123983"/>
                    </a:ext>
                  </a:extLst>
                </a:gridCol>
                <a:gridCol w="3776472">
                  <a:extLst>
                    <a:ext uri="{9D8B030D-6E8A-4147-A177-3AD203B41FA5}">
                      <a16:colId xmlns:a16="http://schemas.microsoft.com/office/drawing/2014/main" val="3638303235"/>
                    </a:ext>
                  </a:extLst>
                </a:gridCol>
              </a:tblGrid>
              <a:tr h="0">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Method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Endpoint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1">
                          <a:solidFill>
                            <a:schemeClr val="tx1"/>
                          </a:solidFill>
                          <a:effectLst/>
                          <a:latin typeface="Lato" panose="020F0502020204030203" pitchFamily="34" charset="0"/>
                          <a:ea typeface="Lato" panose="020F0502020204030203" pitchFamily="34" charset="0"/>
                          <a:cs typeface="Lato" panose="020F0502020204030203" pitchFamily="34" charset="0"/>
                        </a:rPr>
                        <a:t>Mô tả</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2967612"/>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GET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Lấy danh sách task theo bộ lọc</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14608"/>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Tạo task mới</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972027"/>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GET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Xem chi tiết task</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0002813"/>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PATCH</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Cập nhật task (trạng thái/thông tin)</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994053"/>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DELETE</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/api/tasks/:id</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Xóa task</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133398"/>
                  </a:ext>
                </a:extLst>
              </a:tr>
              <a:tr h="0">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POST</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/api/tasks/:id/attachments</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chemeClr val="tx1"/>
                          </a:solidFill>
                          <a:effectLst/>
                          <a:latin typeface="Lato" panose="020F0502020204030203" pitchFamily="34" charset="0"/>
                          <a:ea typeface="Lato" panose="020F0502020204030203" pitchFamily="34" charset="0"/>
                          <a:cs typeface="Lato" panose="020F0502020204030203" pitchFamily="34" charset="0"/>
                        </a:rPr>
                        <a:t>Upload file đính kèm cho task</a:t>
                      </a:r>
                    </a:p>
                  </a:txBody>
                  <a:tcPr marL="95250" marR="9525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2051881"/>
                  </a:ext>
                </a:extLst>
              </a:tr>
            </a:tbl>
          </a:graphicData>
        </a:graphic>
      </p:graphicFrame>
    </p:spTree>
    <p:extLst>
      <p:ext uri="{BB962C8B-B14F-4D97-AF65-F5344CB8AC3E}">
        <p14:creationId xmlns:p14="http://schemas.microsoft.com/office/powerpoint/2010/main" val="3403543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E3D26-5986-4125-9BB5-576AC7D81F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4BA2B8-C444-3954-4C26-904DE0C86F9C}"/>
              </a:ext>
            </a:extLst>
          </p:cNvPr>
          <p:cNvSpPr>
            <a:spLocks noGrp="1"/>
          </p:cNvSpPr>
          <p:nvPr>
            <p:ph type="sldNum" sz="quarter" idx="12"/>
          </p:nvPr>
        </p:nvSpPr>
        <p:spPr/>
        <p:txBody>
          <a:bodyPr/>
          <a:lstStyle/>
          <a:p>
            <a:fld id="{9EA0BE3B-158A-4EDF-80DC-E394A0D1600F}" type="slidenum">
              <a:rPr lang="en-US" smtClean="0"/>
              <a:pPr/>
              <a:t>48</a:t>
            </a:fld>
            <a:endParaRPr lang="en-US"/>
          </a:p>
        </p:txBody>
      </p:sp>
      <p:sp>
        <p:nvSpPr>
          <p:cNvPr id="3" name="Title 2">
            <a:extLst>
              <a:ext uri="{FF2B5EF4-FFF2-40B4-BE49-F238E27FC236}">
                <a16:creationId xmlns:a16="http://schemas.microsoft.com/office/drawing/2014/main" id="{A9F9F3AE-5CEE-CA84-7517-CA736C17A397}"/>
              </a:ext>
            </a:extLst>
          </p:cNvPr>
          <p:cNvSpPr>
            <a:spLocks noGrp="1"/>
          </p:cNvSpPr>
          <p:nvPr>
            <p:ph type="title"/>
          </p:nvPr>
        </p:nvSpPr>
        <p:spPr/>
        <p:txBody>
          <a:bodyPr/>
          <a:lstStyle/>
          <a:p>
            <a:r>
              <a:rPr lang="en-US"/>
              <a:t>Mục lục</a:t>
            </a:r>
          </a:p>
        </p:txBody>
      </p:sp>
      <p:sp>
        <p:nvSpPr>
          <p:cNvPr id="4" name="Text Placeholder 3">
            <a:extLst>
              <a:ext uri="{FF2B5EF4-FFF2-40B4-BE49-F238E27FC236}">
                <a16:creationId xmlns:a16="http://schemas.microsoft.com/office/drawing/2014/main" id="{D9BFFAC2-3A53-C2DF-6743-130A34B02464}"/>
              </a:ext>
            </a:extLst>
          </p:cNvPr>
          <p:cNvSpPr>
            <a:spLocks noGrp="1"/>
          </p:cNvSpPr>
          <p:nvPr>
            <p:ph type="body" sz="quarter" idx="13"/>
          </p:nvPr>
        </p:nvSpPr>
        <p:spPr/>
        <p:txBody>
          <a:bodyPr/>
          <a:lstStyle/>
          <a:p>
            <a:r>
              <a:rPr lang="en-US">
                <a:solidFill>
                  <a:schemeClr val="bg1">
                    <a:lumMod val="65000"/>
                  </a:schemeClr>
                </a:solidFill>
              </a:rPr>
              <a:t>Tổng quan dự án</a:t>
            </a:r>
          </a:p>
          <a:p>
            <a:r>
              <a:rPr lang="en-US">
                <a:solidFill>
                  <a:schemeClr val="bg1">
                    <a:lumMod val="65000"/>
                  </a:schemeClr>
                </a:solidFill>
              </a:rPr>
              <a:t>Phân tích chức năng</a:t>
            </a:r>
          </a:p>
          <a:p>
            <a:r>
              <a:rPr lang="en-US">
                <a:solidFill>
                  <a:schemeClr val="bg1">
                    <a:lumMod val="65000"/>
                  </a:schemeClr>
                </a:solidFill>
              </a:rPr>
              <a:t>Thiết kế cơ sở dữ liệu</a:t>
            </a:r>
          </a:p>
          <a:p>
            <a:r>
              <a:rPr lang="en-US">
                <a:solidFill>
                  <a:schemeClr val="bg1">
                    <a:lumMod val="65000"/>
                  </a:schemeClr>
                </a:solidFill>
              </a:rPr>
              <a:t>Thiết kế API</a:t>
            </a:r>
          </a:p>
          <a:p>
            <a:r>
              <a:rPr lang="en-US"/>
              <a:t>Thiết kế giao diện (Mockup)</a:t>
            </a:r>
          </a:p>
        </p:txBody>
      </p:sp>
    </p:spTree>
    <p:extLst>
      <p:ext uri="{BB962C8B-B14F-4D97-AF65-F5344CB8AC3E}">
        <p14:creationId xmlns:p14="http://schemas.microsoft.com/office/powerpoint/2010/main" val="1403713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1D5C-8522-04CC-623C-FEDBA87B8B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CBB940-C48E-42A6-4497-1AC924F2B620}"/>
              </a:ext>
            </a:extLst>
          </p:cNvPr>
          <p:cNvSpPr>
            <a:spLocks noGrp="1"/>
          </p:cNvSpPr>
          <p:nvPr>
            <p:ph type="sldNum" sz="quarter" idx="12"/>
          </p:nvPr>
        </p:nvSpPr>
        <p:spPr/>
        <p:txBody>
          <a:bodyPr/>
          <a:lstStyle/>
          <a:p>
            <a:fld id="{9EA0BE3B-158A-4EDF-80DC-E394A0D1600F}" type="slidenum">
              <a:rPr lang="en-US" smtClean="0"/>
              <a:pPr/>
              <a:t>49</a:t>
            </a:fld>
            <a:endParaRPr lang="en-US"/>
          </a:p>
        </p:txBody>
      </p:sp>
      <p:sp>
        <p:nvSpPr>
          <p:cNvPr id="3" name="Title 2">
            <a:extLst>
              <a:ext uri="{FF2B5EF4-FFF2-40B4-BE49-F238E27FC236}">
                <a16:creationId xmlns:a16="http://schemas.microsoft.com/office/drawing/2014/main" id="{49AD26FB-951C-057C-3471-3278D64E7251}"/>
              </a:ext>
            </a:extLst>
          </p:cNvPr>
          <p:cNvSpPr>
            <a:spLocks noGrp="1"/>
          </p:cNvSpPr>
          <p:nvPr>
            <p:ph type="title"/>
          </p:nvPr>
        </p:nvSpPr>
        <p:spPr/>
        <p:txBody>
          <a:bodyPr/>
          <a:lstStyle/>
          <a:p>
            <a:r>
              <a:rPr lang="en-US"/>
              <a:t>Thiết kế Giao diện</a:t>
            </a:r>
          </a:p>
        </p:txBody>
      </p:sp>
      <p:sp>
        <p:nvSpPr>
          <p:cNvPr id="7" name="Text Placeholder 6">
            <a:extLst>
              <a:ext uri="{FF2B5EF4-FFF2-40B4-BE49-F238E27FC236}">
                <a16:creationId xmlns:a16="http://schemas.microsoft.com/office/drawing/2014/main" id="{39D68EF5-09D4-F202-FEB3-9BF9A2A888B7}"/>
              </a:ext>
            </a:extLst>
          </p:cNvPr>
          <p:cNvSpPr>
            <a:spLocks noGrp="1"/>
          </p:cNvSpPr>
          <p:nvPr>
            <p:ph type="body" sz="quarter" idx="13"/>
          </p:nvPr>
        </p:nvSpPr>
        <p:spPr>
          <a:xfrm>
            <a:off x="234950" y="963168"/>
            <a:ext cx="8674100" cy="1267968"/>
          </a:xfrm>
        </p:spPr>
        <p:txBody>
          <a:bodyPr/>
          <a:lstStyle/>
          <a:p>
            <a:r>
              <a:rPr lang="en-US" b="1"/>
              <a:t>Công cụ sử dụng: </a:t>
            </a:r>
            <a:r>
              <a:rPr lang="en-US"/>
              <a:t>Figma</a:t>
            </a:r>
          </a:p>
          <a:p>
            <a:r>
              <a:rPr lang="en-US" b="1"/>
              <a:t>Giao diện (Mockup): </a:t>
            </a:r>
            <a:r>
              <a:rPr lang="en-US">
                <a:hlinkClick r:id="rId2"/>
              </a:rPr>
              <a:t>TaskTrackerUI</a:t>
            </a:r>
            <a:endParaRPr lang="en-US" b="1"/>
          </a:p>
          <a:p>
            <a:endParaRPr lang="en-US" b="1"/>
          </a:p>
        </p:txBody>
      </p:sp>
    </p:spTree>
    <p:extLst>
      <p:ext uri="{BB962C8B-B14F-4D97-AF65-F5344CB8AC3E}">
        <p14:creationId xmlns:p14="http://schemas.microsoft.com/office/powerpoint/2010/main" val="3146636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2823-3B84-4BE3-682F-93916E4F15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DEB8F2-F43B-C5C8-D10A-F90E1CB04422}"/>
              </a:ext>
            </a:extLst>
          </p:cNvPr>
          <p:cNvSpPr>
            <a:spLocks noGrp="1"/>
          </p:cNvSpPr>
          <p:nvPr>
            <p:ph type="sldNum" sz="quarter" idx="12"/>
          </p:nvPr>
        </p:nvSpPr>
        <p:spPr/>
        <p:txBody>
          <a:bodyPr/>
          <a:lstStyle/>
          <a:p>
            <a:fld id="{9EA0BE3B-158A-4EDF-80DC-E394A0D1600F}" type="slidenum">
              <a:rPr lang="en-US" smtClean="0"/>
              <a:pPr/>
              <a:t>50</a:t>
            </a:fld>
            <a:endParaRPr lang="en-US"/>
          </a:p>
        </p:txBody>
      </p:sp>
      <p:sp>
        <p:nvSpPr>
          <p:cNvPr id="3" name="Title 2">
            <a:extLst>
              <a:ext uri="{FF2B5EF4-FFF2-40B4-BE49-F238E27FC236}">
                <a16:creationId xmlns:a16="http://schemas.microsoft.com/office/drawing/2014/main" id="{F9E928F1-4733-56CB-9D9C-F24A2DB6CDCF}"/>
              </a:ext>
            </a:extLst>
          </p:cNvPr>
          <p:cNvSpPr>
            <a:spLocks noGrp="1"/>
          </p:cNvSpPr>
          <p:nvPr>
            <p:ph type="title"/>
          </p:nvPr>
        </p:nvSpPr>
        <p:spPr/>
        <p:txBody>
          <a:bodyPr/>
          <a:lstStyle/>
          <a:p>
            <a:r>
              <a:rPr lang="en-US"/>
              <a:t>Kiến trúc</a:t>
            </a:r>
          </a:p>
        </p:txBody>
      </p:sp>
      <p:grpSp>
        <p:nvGrpSpPr>
          <p:cNvPr id="6" name="Group 5">
            <a:extLst>
              <a:ext uri="{FF2B5EF4-FFF2-40B4-BE49-F238E27FC236}">
                <a16:creationId xmlns:a16="http://schemas.microsoft.com/office/drawing/2014/main" id="{6205E9C3-977A-E099-81CB-FF627B9DC1CC}"/>
              </a:ext>
            </a:extLst>
          </p:cNvPr>
          <p:cNvGrpSpPr/>
          <p:nvPr/>
        </p:nvGrpSpPr>
        <p:grpSpPr>
          <a:xfrm>
            <a:off x="1067303" y="1047318"/>
            <a:ext cx="6664750" cy="3970328"/>
            <a:chOff x="1067303" y="1047318"/>
            <a:chExt cx="6664750" cy="3970328"/>
          </a:xfrm>
        </p:grpSpPr>
        <p:grpSp>
          <p:nvGrpSpPr>
            <p:cNvPr id="57" name="Group 56">
              <a:extLst>
                <a:ext uri="{FF2B5EF4-FFF2-40B4-BE49-F238E27FC236}">
                  <a16:creationId xmlns:a16="http://schemas.microsoft.com/office/drawing/2014/main" id="{51389E2B-7361-DEF2-A501-ED6199F9233A}"/>
                </a:ext>
              </a:extLst>
            </p:cNvPr>
            <p:cNvGrpSpPr/>
            <p:nvPr/>
          </p:nvGrpSpPr>
          <p:grpSpPr>
            <a:xfrm>
              <a:off x="1067303" y="1047318"/>
              <a:ext cx="6664750" cy="3970328"/>
              <a:chOff x="1743959" y="2601798"/>
              <a:chExt cx="6664750" cy="3970328"/>
            </a:xfrm>
          </p:grpSpPr>
          <p:sp>
            <p:nvSpPr>
              <p:cNvPr id="56" name="Rectangle 55">
                <a:extLst>
                  <a:ext uri="{FF2B5EF4-FFF2-40B4-BE49-F238E27FC236}">
                    <a16:creationId xmlns:a16="http://schemas.microsoft.com/office/drawing/2014/main" id="{D0492209-3064-C111-3ECE-65C26326D540}"/>
                  </a:ext>
                </a:extLst>
              </p:cNvPr>
              <p:cNvSpPr/>
              <p:nvPr/>
            </p:nvSpPr>
            <p:spPr>
              <a:xfrm>
                <a:off x="1743959" y="2601798"/>
                <a:ext cx="6664750" cy="3970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9DA13AC9-CD29-E4B1-397F-A6BFB781FC62}"/>
                  </a:ext>
                </a:extLst>
              </p:cNvPr>
              <p:cNvGrpSpPr/>
              <p:nvPr/>
            </p:nvGrpSpPr>
            <p:grpSpPr>
              <a:xfrm>
                <a:off x="2061642" y="2883162"/>
                <a:ext cx="6114618" cy="3300889"/>
                <a:chOff x="2061642" y="2883162"/>
                <a:chExt cx="6114618" cy="3300889"/>
              </a:xfrm>
            </p:grpSpPr>
            <p:sp>
              <p:nvSpPr>
                <p:cNvPr id="5" name="Rectangle: Rounded Corners 4">
                  <a:extLst>
                    <a:ext uri="{FF2B5EF4-FFF2-40B4-BE49-F238E27FC236}">
                      <a16:creationId xmlns:a16="http://schemas.microsoft.com/office/drawing/2014/main" id="{08F04BD6-D17A-A133-C3E8-5B18A29D150F}"/>
                    </a:ext>
                  </a:extLst>
                </p:cNvPr>
                <p:cNvSpPr/>
                <p:nvPr/>
              </p:nvSpPr>
              <p:spPr>
                <a:xfrm>
                  <a:off x="2061642" y="2883162"/>
                  <a:ext cx="6114618" cy="914400"/>
                </a:xfrm>
                <a:prstGeom prst="roundRect">
                  <a:avLst/>
                </a:prstGeom>
                <a:solidFill>
                  <a:srgbClr val="D1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16AE76-C9F7-35D7-487C-1D5A030058C3}"/>
                    </a:ext>
                  </a:extLst>
                </p:cNvPr>
                <p:cNvSpPr txBox="1"/>
                <p:nvPr/>
              </p:nvSpPr>
              <p:spPr>
                <a:xfrm>
                  <a:off x="2061642" y="2883162"/>
                  <a:ext cx="2526384" cy="307777"/>
                </a:xfrm>
                <a:prstGeom prst="rect">
                  <a:avLst/>
                </a:prstGeom>
                <a:noFill/>
              </p:spPr>
              <p:txBody>
                <a:bodyPr wrap="square" rtlCol="0">
                  <a:spAutoFit/>
                </a:bodyPr>
                <a:lstStyle/>
                <a:p>
                  <a:r>
                    <a:rPr lang="en-US" sz="1400" b="1"/>
                    <a:t>Presentation Layer </a:t>
                  </a:r>
                  <a:endParaRPr lang="en-US" sz="1400"/>
                </a:p>
              </p:txBody>
            </p:sp>
            <p:sp>
              <p:nvSpPr>
                <p:cNvPr id="9" name="Rectangle: Rounded Corners 8">
                  <a:extLst>
                    <a:ext uri="{FF2B5EF4-FFF2-40B4-BE49-F238E27FC236}">
                      <a16:creationId xmlns:a16="http://schemas.microsoft.com/office/drawing/2014/main" id="{CDFA4931-F47C-5EA8-84A4-970D6346E62D}"/>
                    </a:ext>
                  </a:extLst>
                </p:cNvPr>
                <p:cNvSpPr/>
                <p:nvPr/>
              </p:nvSpPr>
              <p:spPr>
                <a:xfrm>
                  <a:off x="2061642" y="4091364"/>
                  <a:ext cx="6114618" cy="914400"/>
                </a:xfrm>
                <a:prstGeom prst="roundRect">
                  <a:avLst/>
                </a:prstGeom>
                <a:solidFill>
                  <a:srgbClr val="F9C9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24CA003-579F-1586-BAC7-CD167AC956CA}"/>
                    </a:ext>
                  </a:extLst>
                </p:cNvPr>
                <p:cNvSpPr txBox="1"/>
                <p:nvPr/>
              </p:nvSpPr>
              <p:spPr>
                <a:xfrm>
                  <a:off x="2061642" y="4091364"/>
                  <a:ext cx="1577294" cy="307777"/>
                </a:xfrm>
                <a:prstGeom prst="rect">
                  <a:avLst/>
                </a:prstGeom>
                <a:noFill/>
              </p:spPr>
              <p:txBody>
                <a:bodyPr wrap="square" rtlCol="0">
                  <a:spAutoFit/>
                </a:bodyPr>
                <a:lstStyle/>
                <a:p>
                  <a:r>
                    <a:rPr lang="en-US" sz="1400" b="1"/>
                    <a:t>Services Layer </a:t>
                  </a:r>
                  <a:endParaRPr lang="en-US" sz="1400"/>
                </a:p>
              </p:txBody>
            </p:sp>
            <p:sp>
              <p:nvSpPr>
                <p:cNvPr id="11" name="Rectangle: Rounded Corners 10">
                  <a:extLst>
                    <a:ext uri="{FF2B5EF4-FFF2-40B4-BE49-F238E27FC236}">
                      <a16:creationId xmlns:a16="http://schemas.microsoft.com/office/drawing/2014/main" id="{A2E12A48-A6E0-9A5B-D900-5790995B00D3}"/>
                    </a:ext>
                  </a:extLst>
                </p:cNvPr>
                <p:cNvSpPr/>
                <p:nvPr/>
              </p:nvSpPr>
              <p:spPr>
                <a:xfrm>
                  <a:off x="2061642" y="5269651"/>
                  <a:ext cx="6114618" cy="914400"/>
                </a:xfrm>
                <a:prstGeom prst="roundRect">
                  <a:avLst/>
                </a:prstGeom>
                <a:solidFill>
                  <a:srgbClr val="FEDF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A386106-85E1-1FFD-21CE-0CE7F3A52C66}"/>
                    </a:ext>
                  </a:extLst>
                </p:cNvPr>
                <p:cNvSpPr txBox="1"/>
                <p:nvPr/>
              </p:nvSpPr>
              <p:spPr>
                <a:xfrm>
                  <a:off x="2061642" y="5262937"/>
                  <a:ext cx="2526384" cy="307777"/>
                </a:xfrm>
                <a:prstGeom prst="rect">
                  <a:avLst/>
                </a:prstGeom>
                <a:noFill/>
              </p:spPr>
              <p:txBody>
                <a:bodyPr wrap="square" rtlCol="0">
                  <a:spAutoFit/>
                </a:bodyPr>
                <a:lstStyle/>
                <a:p>
                  <a:r>
                    <a:rPr lang="en-US" sz="1400" b="1"/>
                    <a:t>Storage Layer </a:t>
                  </a:r>
                  <a:endParaRPr lang="en-US" sz="1400"/>
                </a:p>
              </p:txBody>
            </p:sp>
            <p:grpSp>
              <p:nvGrpSpPr>
                <p:cNvPr id="16" name="Group 15">
                  <a:extLst>
                    <a:ext uri="{FF2B5EF4-FFF2-40B4-BE49-F238E27FC236}">
                      <a16:creationId xmlns:a16="http://schemas.microsoft.com/office/drawing/2014/main" id="{01D7C883-2546-E134-A509-915D08E1A124}"/>
                    </a:ext>
                  </a:extLst>
                </p:cNvPr>
                <p:cNvGrpSpPr/>
                <p:nvPr/>
              </p:nvGrpSpPr>
              <p:grpSpPr>
                <a:xfrm>
                  <a:off x="2952322" y="3176964"/>
                  <a:ext cx="4181902" cy="461665"/>
                  <a:chOff x="2265721" y="2239181"/>
                  <a:chExt cx="4181902" cy="461665"/>
                </a:xfrm>
                <a:effectLst/>
              </p:grpSpPr>
              <p:sp>
                <p:nvSpPr>
                  <p:cNvPr id="15" name="Rectangle: Rounded Corners 14">
                    <a:extLst>
                      <a:ext uri="{FF2B5EF4-FFF2-40B4-BE49-F238E27FC236}">
                        <a16:creationId xmlns:a16="http://schemas.microsoft.com/office/drawing/2014/main" id="{E880CF84-7871-B82F-6A4E-D514C2FE11C1}"/>
                      </a:ext>
                    </a:extLst>
                  </p:cNvPr>
                  <p:cNvSpPr/>
                  <p:nvPr/>
                </p:nvSpPr>
                <p:spPr>
                  <a:xfrm>
                    <a:off x="2265721" y="2239181"/>
                    <a:ext cx="4181902" cy="461665"/>
                  </a:xfrm>
                  <a:prstGeom prst="roundRect">
                    <a:avLst/>
                  </a:prstGeom>
                  <a:solidFill>
                    <a:srgbClr val="D1E9B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WebReact</a:t>
                    </a:r>
                  </a:p>
                </p:txBody>
              </p:sp>
              <p:pic>
                <p:nvPicPr>
                  <p:cNvPr id="2052" name="Picture 4" descr="Perbandingan Framework JavaScript Terpopuler 2025">
                    <a:extLst>
                      <a:ext uri="{FF2B5EF4-FFF2-40B4-BE49-F238E27FC236}">
                        <a16:creationId xmlns:a16="http://schemas.microsoft.com/office/drawing/2014/main" id="{D5FB83FB-F283-6BBD-F57C-99592732F7C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GlowEdges smoothness="0"/>
                            </a14:imgEffect>
                          </a14:imgLayer>
                        </a14:imgProps>
                      </a:ext>
                      <a:ext uri="{28A0092B-C50C-407E-A947-70E740481C1C}">
                        <a14:useLocalDpi xmlns:a14="http://schemas.microsoft.com/office/drawing/2010/main" val="0"/>
                      </a:ext>
                    </a:extLst>
                  </a:blip>
                  <a:srcRect/>
                  <a:stretch>
                    <a:fillRect/>
                  </a:stretch>
                </p:blipFill>
                <p:spPr bwMode="auto">
                  <a:xfrm>
                    <a:off x="3534460" y="2319998"/>
                    <a:ext cx="337185" cy="3000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496030B4-0261-613B-0868-8F0ECB192C48}"/>
                    </a:ext>
                  </a:extLst>
                </p:cNvPr>
                <p:cNvGrpSpPr/>
                <p:nvPr/>
              </p:nvGrpSpPr>
              <p:grpSpPr>
                <a:xfrm>
                  <a:off x="2952321" y="4399141"/>
                  <a:ext cx="1568352" cy="461665"/>
                  <a:chOff x="4042482" y="4445005"/>
                  <a:chExt cx="1568352" cy="461665"/>
                </a:xfrm>
                <a:effectLst/>
              </p:grpSpPr>
              <p:sp>
                <p:nvSpPr>
                  <p:cNvPr id="20" name="Rectangle: Rounded Corners 19">
                    <a:extLst>
                      <a:ext uri="{FF2B5EF4-FFF2-40B4-BE49-F238E27FC236}">
                        <a16:creationId xmlns:a16="http://schemas.microsoft.com/office/drawing/2014/main" id="{2DC3E26B-C6B8-FD0B-A729-BA3FC5721C4D}"/>
                      </a:ext>
                    </a:extLst>
                  </p:cNvPr>
                  <p:cNvSpPr/>
                  <p:nvPr/>
                </p:nvSpPr>
                <p:spPr>
                  <a:xfrm>
                    <a:off x="4042482" y="4445005"/>
                    <a:ext cx="1568352" cy="461665"/>
                  </a:xfrm>
                  <a:prstGeom prst="roundRect">
                    <a:avLst/>
                  </a:prstGeom>
                  <a:solidFill>
                    <a:srgbClr val="F9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         Backend</a:t>
                    </a:r>
                  </a:p>
                  <a:p>
                    <a:pPr algn="ctr"/>
                    <a:r>
                      <a:rPr lang="en-US" sz="1400">
                        <a:solidFill>
                          <a:schemeClr val="tx1"/>
                        </a:solidFill>
                      </a:rPr>
                      <a:t>         (Express)</a:t>
                    </a:r>
                  </a:p>
                </p:txBody>
              </p:sp>
              <p:pic>
                <p:nvPicPr>
                  <p:cNvPr id="18" name="Picture 17">
                    <a:extLst>
                      <a:ext uri="{FF2B5EF4-FFF2-40B4-BE49-F238E27FC236}">
                        <a16:creationId xmlns:a16="http://schemas.microsoft.com/office/drawing/2014/main" id="{89C7B0FB-49E2-0CBC-945C-511A915F0FDD}"/>
                      </a:ext>
                    </a:extLst>
                  </p:cNvPr>
                  <p:cNvPicPr>
                    <a:picLocks noChangeAspect="1"/>
                  </p:cNvPicPr>
                  <p:nvPr/>
                </p:nvPicPr>
                <p:blipFill>
                  <a:blip r:embed="rId4"/>
                  <a:stretch>
                    <a:fillRect/>
                  </a:stretch>
                </p:blipFill>
                <p:spPr>
                  <a:xfrm>
                    <a:off x="4233002" y="4504747"/>
                    <a:ext cx="355024" cy="355024"/>
                  </a:xfrm>
                  <a:prstGeom prst="rect">
                    <a:avLst/>
                  </a:prstGeom>
                </p:spPr>
              </p:pic>
            </p:grpSp>
            <p:grpSp>
              <p:nvGrpSpPr>
                <p:cNvPr id="26" name="Group 25">
                  <a:extLst>
                    <a:ext uri="{FF2B5EF4-FFF2-40B4-BE49-F238E27FC236}">
                      <a16:creationId xmlns:a16="http://schemas.microsoft.com/office/drawing/2014/main" id="{3A031B08-CC1E-66C8-2F9B-DADA05005EE4}"/>
                    </a:ext>
                  </a:extLst>
                </p:cNvPr>
                <p:cNvGrpSpPr/>
                <p:nvPr/>
              </p:nvGrpSpPr>
              <p:grpSpPr>
                <a:xfrm>
                  <a:off x="2952321" y="5570714"/>
                  <a:ext cx="1568352" cy="461665"/>
                  <a:chOff x="3499251" y="5570714"/>
                  <a:chExt cx="1568352" cy="461665"/>
                </a:xfrm>
              </p:grpSpPr>
              <p:sp>
                <p:nvSpPr>
                  <p:cNvPr id="24" name="Rectangle: Rounded Corners 23">
                    <a:extLst>
                      <a:ext uri="{FF2B5EF4-FFF2-40B4-BE49-F238E27FC236}">
                        <a16:creationId xmlns:a16="http://schemas.microsoft.com/office/drawing/2014/main" id="{087FC186-9C32-05AF-A646-36B984FEA2F9}"/>
                      </a:ext>
                    </a:extLst>
                  </p:cNvPr>
                  <p:cNvSpPr/>
                  <p:nvPr/>
                </p:nvSpPr>
                <p:spPr>
                  <a:xfrm>
                    <a:off x="3499251" y="5570714"/>
                    <a:ext cx="1568352" cy="461665"/>
                  </a:xfrm>
                  <a:prstGeom prst="roundRect">
                    <a:avLst/>
                  </a:prstGeom>
                  <a:solidFill>
                    <a:srgbClr val="FEDFB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pic>
                <p:nvPicPr>
                  <p:cNvPr id="2056" name="Picture 8" descr="MongoDB Logo - PNG Logo Vector Brand Downloads (SVG, EPS)">
                    <a:extLst>
                      <a:ext uri="{FF2B5EF4-FFF2-40B4-BE49-F238E27FC236}">
                        <a16:creationId xmlns:a16="http://schemas.microsoft.com/office/drawing/2014/main" id="{7A3C0B47-D53F-323C-6016-CA16D415EB3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0015" b="30581"/>
                  <a:stretch>
                    <a:fillRect/>
                  </a:stretch>
                </p:blipFill>
                <p:spPr bwMode="auto">
                  <a:xfrm>
                    <a:off x="3657573" y="5664910"/>
                    <a:ext cx="1109625" cy="2732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 name="Group 29">
                  <a:extLst>
                    <a:ext uri="{FF2B5EF4-FFF2-40B4-BE49-F238E27FC236}">
                      <a16:creationId xmlns:a16="http://schemas.microsoft.com/office/drawing/2014/main" id="{D020B4E7-D9DF-AF34-408C-6303AB2FE024}"/>
                    </a:ext>
                  </a:extLst>
                </p:cNvPr>
                <p:cNvGrpSpPr/>
                <p:nvPr/>
              </p:nvGrpSpPr>
              <p:grpSpPr>
                <a:xfrm>
                  <a:off x="5514006" y="4399141"/>
                  <a:ext cx="1568352" cy="461665"/>
                  <a:chOff x="4632269" y="4399141"/>
                  <a:chExt cx="1568352" cy="461665"/>
                </a:xfrm>
              </p:grpSpPr>
              <p:sp>
                <p:nvSpPr>
                  <p:cNvPr id="28" name="Rectangle: Rounded Corners 27">
                    <a:extLst>
                      <a:ext uri="{FF2B5EF4-FFF2-40B4-BE49-F238E27FC236}">
                        <a16:creationId xmlns:a16="http://schemas.microsoft.com/office/drawing/2014/main" id="{6AF54340-796E-E625-C957-8030B6A6AE15}"/>
                      </a:ext>
                    </a:extLst>
                  </p:cNvPr>
                  <p:cNvSpPr/>
                  <p:nvPr/>
                </p:nvSpPr>
                <p:spPr>
                  <a:xfrm>
                    <a:off x="4632269" y="4399141"/>
                    <a:ext cx="1568352" cy="461665"/>
                  </a:xfrm>
                  <a:prstGeom prst="roundRect">
                    <a:avLst/>
                  </a:prstGeom>
                  <a:solidFill>
                    <a:srgbClr val="F9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pic>
                <p:nvPicPr>
                  <p:cNvPr id="2058" name="Picture 10" descr="Mi Mundo Ubuntu, Android, web y más: 06/01/2016 - 07/01/2016">
                    <a:extLst>
                      <a:ext uri="{FF2B5EF4-FFF2-40B4-BE49-F238E27FC236}">
                        <a16:creationId xmlns:a16="http://schemas.microsoft.com/office/drawing/2014/main" id="{1C7B2E2B-76C9-9C8B-F707-FDEFAA3AAD5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6604" b="25963"/>
                  <a:stretch>
                    <a:fillRect/>
                  </a:stretch>
                </p:blipFill>
                <p:spPr bwMode="auto">
                  <a:xfrm>
                    <a:off x="4632269" y="4431333"/>
                    <a:ext cx="1498686" cy="3643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26AFDB23-A768-5BD1-2B19-840D0379E3BA}"/>
                    </a:ext>
                  </a:extLst>
                </p:cNvPr>
                <p:cNvGrpSpPr/>
                <p:nvPr/>
              </p:nvGrpSpPr>
              <p:grpSpPr>
                <a:xfrm>
                  <a:off x="5479173" y="5570716"/>
                  <a:ext cx="1568352" cy="461665"/>
                  <a:chOff x="5700417" y="4506952"/>
                  <a:chExt cx="1568352" cy="461665"/>
                </a:xfrm>
              </p:grpSpPr>
              <p:sp>
                <p:nvSpPr>
                  <p:cNvPr id="32" name="Rectangle: Rounded Corners 31">
                    <a:extLst>
                      <a:ext uri="{FF2B5EF4-FFF2-40B4-BE49-F238E27FC236}">
                        <a16:creationId xmlns:a16="http://schemas.microsoft.com/office/drawing/2014/main" id="{54987EF2-B938-B47C-E71B-2D661D848ADF}"/>
                      </a:ext>
                    </a:extLst>
                  </p:cNvPr>
                  <p:cNvSpPr/>
                  <p:nvPr/>
                </p:nvSpPr>
                <p:spPr>
                  <a:xfrm>
                    <a:off x="5700417" y="4506952"/>
                    <a:ext cx="1568352" cy="461665"/>
                  </a:xfrm>
                  <a:prstGeom prst="roundRect">
                    <a:avLst/>
                  </a:prstGeom>
                  <a:solidFill>
                    <a:srgbClr val="FEDFB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pic>
                <p:nvPicPr>
                  <p:cNvPr id="2060" name="Picture 12" descr="Cloudinary | marketplace.commercetools">
                    <a:extLst>
                      <a:ext uri="{FF2B5EF4-FFF2-40B4-BE49-F238E27FC236}">
                        <a16:creationId xmlns:a16="http://schemas.microsoft.com/office/drawing/2014/main" id="{C49632E7-1CB0-BF81-11BD-56F2540D28F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9498" b="38892"/>
                  <a:stretch>
                    <a:fillRect/>
                  </a:stretch>
                </p:blipFill>
                <p:spPr bwMode="auto">
                  <a:xfrm>
                    <a:off x="5757261" y="4577236"/>
                    <a:ext cx="1454664" cy="32109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6" name="Straight Connector 35">
                  <a:extLst>
                    <a:ext uri="{FF2B5EF4-FFF2-40B4-BE49-F238E27FC236}">
                      <a16:creationId xmlns:a16="http://schemas.microsoft.com/office/drawing/2014/main" id="{4383C44F-F5B6-03EA-F0CD-40B798C38CCF}"/>
                    </a:ext>
                  </a:extLst>
                </p:cNvPr>
                <p:cNvCxnSpPr>
                  <a:cxnSpLocks/>
                  <a:endCxn id="20" idx="0"/>
                </p:cNvCxnSpPr>
                <p:nvPr/>
              </p:nvCxnSpPr>
              <p:spPr>
                <a:xfrm>
                  <a:off x="3736497" y="3638629"/>
                  <a:ext cx="0" cy="760512"/>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AFD4D9B-4883-0BF3-8B69-977BE791065F}"/>
                    </a:ext>
                  </a:extLst>
                </p:cNvPr>
                <p:cNvCxnSpPr>
                  <a:cxnSpLocks/>
                  <a:stCxn id="20" idx="2"/>
                </p:cNvCxnSpPr>
                <p:nvPr/>
              </p:nvCxnSpPr>
              <p:spPr>
                <a:xfrm>
                  <a:off x="3736497" y="4860806"/>
                  <a:ext cx="0" cy="709908"/>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66AD8C5-3B80-18CA-4255-CDB3F1461E4F}"/>
                    </a:ext>
                  </a:extLst>
                </p:cNvPr>
                <p:cNvSpPr txBox="1"/>
                <p:nvPr/>
              </p:nvSpPr>
              <p:spPr>
                <a:xfrm>
                  <a:off x="2740446" y="4970804"/>
                  <a:ext cx="1045799" cy="307777"/>
                </a:xfrm>
                <a:prstGeom prst="rect">
                  <a:avLst/>
                </a:prstGeom>
                <a:noFill/>
              </p:spPr>
              <p:txBody>
                <a:bodyPr wrap="none" rtlCol="0">
                  <a:spAutoFit/>
                </a:bodyPr>
                <a:lstStyle/>
                <a:p>
                  <a:r>
                    <a:rPr lang="en-US" sz="1400"/>
                    <a:t>DB protocol</a:t>
                  </a:r>
                </a:p>
              </p:txBody>
            </p:sp>
            <p:cxnSp>
              <p:nvCxnSpPr>
                <p:cNvPr id="42" name="Straight Connector 41">
                  <a:extLst>
                    <a:ext uri="{FF2B5EF4-FFF2-40B4-BE49-F238E27FC236}">
                      <a16:creationId xmlns:a16="http://schemas.microsoft.com/office/drawing/2014/main" id="{4DE09C9D-7D9F-828C-6B1E-A430E7EBEE1A}"/>
                    </a:ext>
                  </a:extLst>
                </p:cNvPr>
                <p:cNvCxnSpPr>
                  <a:cxnSpLocks/>
                  <a:stCxn id="28" idx="1"/>
                  <a:endCxn id="20" idx="3"/>
                </p:cNvCxnSpPr>
                <p:nvPr/>
              </p:nvCxnSpPr>
              <p:spPr>
                <a:xfrm flipH="1">
                  <a:off x="4520673" y="4629974"/>
                  <a:ext cx="993333" cy="0"/>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3DB16CA5-EE46-7E14-7683-6BEEB2CBB5A5}"/>
                    </a:ext>
                  </a:extLst>
                </p:cNvPr>
                <p:cNvSpPr txBox="1"/>
                <p:nvPr/>
              </p:nvSpPr>
              <p:spPr>
                <a:xfrm>
                  <a:off x="3284505" y="3763031"/>
                  <a:ext cx="426720" cy="307777"/>
                </a:xfrm>
                <a:prstGeom prst="rect">
                  <a:avLst/>
                </a:prstGeom>
                <a:noFill/>
              </p:spPr>
              <p:txBody>
                <a:bodyPr wrap="none" rtlCol="0">
                  <a:spAutoFit/>
                </a:bodyPr>
                <a:lstStyle/>
                <a:p>
                  <a:r>
                    <a:rPr lang="en-US" sz="1400"/>
                    <a:t>API</a:t>
                  </a:r>
                </a:p>
              </p:txBody>
            </p:sp>
            <p:cxnSp>
              <p:nvCxnSpPr>
                <p:cNvPr id="48" name="Straight Connector 47">
                  <a:extLst>
                    <a:ext uri="{FF2B5EF4-FFF2-40B4-BE49-F238E27FC236}">
                      <a16:creationId xmlns:a16="http://schemas.microsoft.com/office/drawing/2014/main" id="{C35F6A64-146D-E92E-671F-ED9EC8162DE8}"/>
                    </a:ext>
                  </a:extLst>
                </p:cNvPr>
                <p:cNvCxnSpPr>
                  <a:cxnSpLocks/>
                </p:cNvCxnSpPr>
                <p:nvPr/>
              </p:nvCxnSpPr>
              <p:spPr>
                <a:xfrm>
                  <a:off x="6308247" y="3638629"/>
                  <a:ext cx="0" cy="760512"/>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82AEAA8-1C11-AD84-3912-FD73B03FB016}"/>
                    </a:ext>
                  </a:extLst>
                </p:cNvPr>
                <p:cNvSpPr txBox="1"/>
                <p:nvPr/>
              </p:nvSpPr>
              <p:spPr>
                <a:xfrm>
                  <a:off x="6308247" y="3763031"/>
                  <a:ext cx="426720" cy="307777"/>
                </a:xfrm>
                <a:prstGeom prst="rect">
                  <a:avLst/>
                </a:prstGeom>
                <a:noFill/>
              </p:spPr>
              <p:txBody>
                <a:bodyPr wrap="none" rtlCol="0">
                  <a:spAutoFit/>
                </a:bodyPr>
                <a:lstStyle/>
                <a:p>
                  <a:r>
                    <a:rPr lang="en-US" sz="1400"/>
                    <a:t>API</a:t>
                  </a:r>
                </a:p>
              </p:txBody>
            </p:sp>
            <p:cxnSp>
              <p:nvCxnSpPr>
                <p:cNvPr id="50" name="Straight Connector 49">
                  <a:extLst>
                    <a:ext uri="{FF2B5EF4-FFF2-40B4-BE49-F238E27FC236}">
                      <a16:creationId xmlns:a16="http://schemas.microsoft.com/office/drawing/2014/main" id="{DA59A10E-0DBC-BA66-2359-3E1C1E89181D}"/>
                    </a:ext>
                  </a:extLst>
                </p:cNvPr>
                <p:cNvCxnSpPr>
                  <a:cxnSpLocks/>
                </p:cNvCxnSpPr>
                <p:nvPr/>
              </p:nvCxnSpPr>
              <p:spPr>
                <a:xfrm flipH="1" flipV="1">
                  <a:off x="4389653" y="4860806"/>
                  <a:ext cx="1089520" cy="746527"/>
                </a:xfrm>
                <a:prstGeom prst="line">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934E267-63A1-5923-4B7B-7CB93B4A3FAA}"/>
                    </a:ext>
                  </a:extLst>
                </p:cNvPr>
                <p:cNvSpPr txBox="1"/>
                <p:nvPr/>
              </p:nvSpPr>
              <p:spPr>
                <a:xfrm>
                  <a:off x="4905591" y="5004831"/>
                  <a:ext cx="426720" cy="307777"/>
                </a:xfrm>
                <a:prstGeom prst="rect">
                  <a:avLst/>
                </a:prstGeom>
                <a:noFill/>
              </p:spPr>
              <p:txBody>
                <a:bodyPr wrap="none" rtlCol="0">
                  <a:spAutoFit/>
                </a:bodyPr>
                <a:lstStyle/>
                <a:p>
                  <a:r>
                    <a:rPr lang="en-US" sz="1400"/>
                    <a:t>API</a:t>
                  </a:r>
                </a:p>
              </p:txBody>
            </p:sp>
          </p:grpSp>
        </p:grpSp>
        <p:sp>
          <p:nvSpPr>
            <p:cNvPr id="4" name="TextBox 3">
              <a:extLst>
                <a:ext uri="{FF2B5EF4-FFF2-40B4-BE49-F238E27FC236}">
                  <a16:creationId xmlns:a16="http://schemas.microsoft.com/office/drawing/2014/main" id="{33EF52C8-F1D7-71A0-3859-0D961D1D2FA5}"/>
                </a:ext>
              </a:extLst>
            </p:cNvPr>
            <p:cNvSpPr txBox="1"/>
            <p:nvPr/>
          </p:nvSpPr>
          <p:spPr>
            <a:xfrm>
              <a:off x="4226870" y="2774138"/>
              <a:ext cx="426720" cy="307777"/>
            </a:xfrm>
            <a:prstGeom prst="rect">
              <a:avLst/>
            </a:prstGeom>
            <a:noFill/>
          </p:spPr>
          <p:txBody>
            <a:bodyPr wrap="none" rtlCol="0">
              <a:spAutoFit/>
            </a:bodyPr>
            <a:lstStyle/>
            <a:p>
              <a:r>
                <a:rPr lang="en-US" sz="1400"/>
                <a:t>API</a:t>
              </a:r>
            </a:p>
          </p:txBody>
        </p:sp>
      </p:grpSp>
    </p:spTree>
    <p:extLst>
      <p:ext uri="{BB962C8B-B14F-4D97-AF65-F5344CB8AC3E}">
        <p14:creationId xmlns:p14="http://schemas.microsoft.com/office/powerpoint/2010/main" val="3411823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4E3417-405C-ECA5-7D8C-91249CF158FA}"/>
              </a:ext>
            </a:extLst>
          </p:cNvPr>
          <p:cNvSpPr>
            <a:spLocks noGrp="1"/>
          </p:cNvSpPr>
          <p:nvPr>
            <p:ph type="sldNum" sz="quarter" idx="12"/>
          </p:nvPr>
        </p:nvSpPr>
        <p:spPr/>
        <p:txBody>
          <a:bodyPr/>
          <a:lstStyle/>
          <a:p>
            <a:fld id="{9EA0BE3B-158A-4EDF-80DC-E394A0D1600F}" type="slidenum">
              <a:rPr lang="en-US" smtClean="0"/>
              <a:pPr/>
              <a:t>51</a:t>
            </a:fld>
            <a:endParaRPr lang="en-US"/>
          </a:p>
        </p:txBody>
      </p:sp>
      <p:sp>
        <p:nvSpPr>
          <p:cNvPr id="3" name="Title 2">
            <a:extLst>
              <a:ext uri="{FF2B5EF4-FFF2-40B4-BE49-F238E27FC236}">
                <a16:creationId xmlns:a16="http://schemas.microsoft.com/office/drawing/2014/main" id="{9453BA5F-F9F2-EF33-5B0E-89BCB0F105F2}"/>
              </a:ext>
            </a:extLst>
          </p:cNvPr>
          <p:cNvSpPr>
            <a:spLocks noGrp="1"/>
          </p:cNvSpPr>
          <p:nvPr>
            <p:ph type="title"/>
          </p:nvPr>
        </p:nvSpPr>
        <p:spPr/>
        <p:txBody>
          <a:bodyPr/>
          <a:lstStyle/>
          <a:p>
            <a:r>
              <a:rPr lang="en-US"/>
              <a:t>Tiến độ dự án</a:t>
            </a:r>
          </a:p>
        </p:txBody>
      </p:sp>
      <p:sp>
        <p:nvSpPr>
          <p:cNvPr id="5" name="TextBox 4">
            <a:extLst>
              <a:ext uri="{FF2B5EF4-FFF2-40B4-BE49-F238E27FC236}">
                <a16:creationId xmlns:a16="http://schemas.microsoft.com/office/drawing/2014/main" id="{D7E0EC54-DDB5-7D6A-C423-BADD8A154AE4}"/>
              </a:ext>
            </a:extLst>
          </p:cNvPr>
          <p:cNvSpPr txBox="1"/>
          <p:nvPr/>
        </p:nvSpPr>
        <p:spPr>
          <a:xfrm>
            <a:off x="234950" y="963168"/>
            <a:ext cx="5980176" cy="461665"/>
          </a:xfrm>
          <a:prstGeom prst="rect">
            <a:avLst/>
          </a:prstGeom>
          <a:noFill/>
        </p:spPr>
        <p:txBody>
          <a:bodyPr wrap="square" rtlCol="0">
            <a:spAutoFit/>
          </a:bodyPr>
          <a:lstStyle/>
          <a:p>
            <a:r>
              <a:rPr lang="en-US" sz="2400">
                <a:latin typeface="Lato" panose="020F0502020204030203" pitchFamily="34" charset="0"/>
                <a:ea typeface="Lato" panose="020F0502020204030203" pitchFamily="34" charset="0"/>
                <a:cs typeface="Lato" panose="020F0502020204030203" pitchFamily="34" charset="0"/>
                <a:hlinkClick r:id="rId2"/>
              </a:rPr>
              <a:t>Kế hoạch triển khai TaskTracker</a:t>
            </a:r>
            <a:endParaRPr lang="en-US" sz="24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22418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a:xfrm>
            <a:off x="3761258" y="2782212"/>
            <a:ext cx="5163525" cy="3789914"/>
          </a:xfrm>
        </p:spPr>
        <p:txBody>
          <a:bodyPr lIns="91440" tIns="45720" rIns="91440" bIns="45720" anchor="t"/>
          <a:lstStyle/>
          <a:p>
            <a:pPr marL="0" indent="0" algn="ctr">
              <a:lnSpc>
                <a:spcPct val="100000"/>
              </a:lnSpc>
              <a:buNone/>
            </a:pPr>
            <a:r>
              <a:rPr lang="en-US" sz="4800" b="1">
                <a:solidFill>
                  <a:srgbClr val="FF0000"/>
                </a:solidFill>
              </a:rPr>
              <a:t>THANK FOR LISTENING</a:t>
            </a:r>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52</a:t>
            </a:fld>
            <a:endParaRPr lang="en-US"/>
          </a:p>
        </p:txBody>
      </p:sp>
    </p:spTree>
    <p:extLst>
      <p:ext uri="{BB962C8B-B14F-4D97-AF65-F5344CB8AC3E}">
        <p14:creationId xmlns:p14="http://schemas.microsoft.com/office/powerpoint/2010/main" val="31940127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1637</TotalTime>
  <Words>3289</Words>
  <Application>Microsoft Office PowerPoint</Application>
  <PresentationFormat>On-screen Show (4:3)</PresentationFormat>
  <Paragraphs>902</Paragraphs>
  <Slides>52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-apple-system</vt:lpstr>
      <vt:lpstr>Arial</vt:lpstr>
      <vt:lpstr>Calibri</vt:lpstr>
      <vt:lpstr>Cambria Math</vt:lpstr>
      <vt:lpstr>Consolas</vt:lpstr>
      <vt:lpstr>Lato</vt:lpstr>
      <vt:lpstr>Office Theme</vt:lpstr>
      <vt:lpstr>PowerPoint Presentation</vt:lpstr>
      <vt:lpstr>PowerPoint Presentation</vt:lpstr>
      <vt:lpstr>Mục lục</vt:lpstr>
      <vt:lpstr>Mục lục</vt:lpstr>
      <vt:lpstr>Tổng quan dự án</vt:lpstr>
      <vt:lpstr>Tổng quan dự án</vt:lpstr>
      <vt:lpstr>Tổng quan dự án</vt:lpstr>
      <vt:lpstr>Mục lục</vt:lpstr>
      <vt:lpstr>Phân tích chức năng</vt:lpstr>
      <vt:lpstr>Phân tích chức năng – Phân hệ Xác thực</vt:lpstr>
      <vt:lpstr>Phân tích chức năng – Phân hệ Dự án</vt:lpstr>
      <vt:lpstr>Phân tích chức năng – Phân hệ Công việc (1)</vt:lpstr>
      <vt:lpstr>Phân tích chức năng – Phân hệ Công việc (2)</vt:lpstr>
      <vt:lpstr>Phân tích chức năng – Phân hệ Thành viên</vt:lpstr>
      <vt:lpstr>Phân tích chức năng</vt:lpstr>
      <vt:lpstr>Đăng nhập</vt:lpstr>
      <vt:lpstr>Tạo dự án mới</vt:lpstr>
      <vt:lpstr>Xem danh sách dự án tham gia</vt:lpstr>
      <vt:lpstr>Xem chi tiết dự án tham gia</vt:lpstr>
      <vt:lpstr>Cập nhật thông tin dự án</vt:lpstr>
      <vt:lpstr>Xóa dự án</vt:lpstr>
      <vt:lpstr>Tạo dự công việc mới</vt:lpstr>
      <vt:lpstr>Xem chi tiết dự án &amp; danh sách công việc</vt:lpstr>
      <vt:lpstr>Cập nhật công việc</vt:lpstr>
      <vt:lpstr>Upload báo cáo</vt:lpstr>
      <vt:lpstr>Xem chi tiết công việc</vt:lpstr>
      <vt:lpstr>Xóa báo cáo</vt:lpstr>
      <vt:lpstr>Xóa công việc</vt:lpstr>
      <vt:lpstr>Nhắc nhở công việc</vt:lpstr>
      <vt:lpstr>Mời tham gia dự án</vt:lpstr>
      <vt:lpstr>Tham gia dự án</vt:lpstr>
      <vt:lpstr>Thay đổi vai trò</vt:lpstr>
      <vt:lpstr>Xóa thành viên khỏi dự án</vt:lpstr>
      <vt:lpstr>Rời dự án</vt:lpstr>
      <vt:lpstr>Mục lục</vt:lpstr>
      <vt:lpstr>Thiết kế CSDL – ERD</vt:lpstr>
      <vt:lpstr>Thiết kế CSDL</vt:lpstr>
      <vt:lpstr>Thiết kế CSDL – Users</vt:lpstr>
      <vt:lpstr>Thiết kế CSDL – Projects (1)</vt:lpstr>
      <vt:lpstr>Thiết kế CSDL – Projects (2)</vt:lpstr>
      <vt:lpstr>Thiết kế CSDL – Tasks (1) </vt:lpstr>
      <vt:lpstr>Thiết kế CSDL – Tasks (2) </vt:lpstr>
      <vt:lpstr>Thiết kế CSDL – Invitations</vt:lpstr>
      <vt:lpstr>Mục lục</vt:lpstr>
      <vt:lpstr>Thiết kế API</vt:lpstr>
      <vt:lpstr>Thiết kế API</vt:lpstr>
      <vt:lpstr>Thiết kế API</vt:lpstr>
      <vt:lpstr>Mục lục</vt:lpstr>
      <vt:lpstr>Thiết kế Giao diện</vt:lpstr>
      <vt:lpstr>Kiến trúc</vt:lpstr>
      <vt:lpstr>Tiến độ dự án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Quang Dong 20225284</cp:lastModifiedBy>
  <cp:revision>28</cp:revision>
  <dcterms:created xsi:type="dcterms:W3CDTF">2021-05-28T04:32:29Z</dcterms:created>
  <dcterms:modified xsi:type="dcterms:W3CDTF">2026-01-14T18:27:15Z</dcterms:modified>
</cp:coreProperties>
</file>